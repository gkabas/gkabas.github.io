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0" r:id="rId5"/>
    <p:sldMasterId id="2147483680" r:id="rId6"/>
    <p:sldMasterId id="2147483690" r:id="rId7"/>
    <p:sldMasterId id="2147483700" r:id="rId8"/>
    <p:sldMasterId id="2147483710" r:id="rId9"/>
    <p:sldMasterId id="2147483720" r:id="rId10"/>
  </p:sldMasterIdLst>
  <p:notesMasterIdLst>
    <p:notesMasterId r:id="rId24"/>
  </p:notesMasterIdLst>
  <p:sldIdLst>
    <p:sldId id="256" r:id="rId11"/>
    <p:sldId id="2146849042" r:id="rId12"/>
    <p:sldId id="2146849061" r:id="rId13"/>
    <p:sldId id="2146849062" r:id="rId14"/>
    <p:sldId id="2146849063" r:id="rId15"/>
    <p:sldId id="2146849064" r:id="rId16"/>
    <p:sldId id="2146849065" r:id="rId17"/>
    <p:sldId id="2146849066" r:id="rId18"/>
    <p:sldId id="2146849067" r:id="rId19"/>
    <p:sldId id="2146849068" r:id="rId20"/>
    <p:sldId id="2146849069" r:id="rId21"/>
    <p:sldId id="2146849070" r:id="rId22"/>
    <p:sldId id="21468490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A42DEF-6F70-3F47-B337-5AA6B2C0199C}">
          <p14:sldIdLst>
            <p14:sldId id="256"/>
            <p14:sldId id="2146849042"/>
            <p14:sldId id="2146849061"/>
            <p14:sldId id="2146849062"/>
            <p14:sldId id="2146849063"/>
            <p14:sldId id="2146849064"/>
            <p14:sldId id="2146849065"/>
            <p14:sldId id="2146849066"/>
            <p14:sldId id="2146849067"/>
            <p14:sldId id="2146849068"/>
            <p14:sldId id="2146849069"/>
            <p14:sldId id="2146849070"/>
            <p14:sldId id="21468490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3F139F-15EF-A07F-6F9E-41126E753C6C}" name="Sofie Vandenbogaerde" initials="SV" userId="S::S.Vandenbogaerde@tilburguniversity.edu::8ce6e416-c328-424b-8e71-faed950f7f7a" providerId="AD"/>
  <p188:author id="{81395AF1-34C3-7DDD-4166-085570ECBFB8}" name="Mira Gorris" initials="MG" userId="S::m.t.h.gorris@tilburguniversity.edu::3e7eb829-c546-42ea-b2e2-03190aaa720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dith Künneke" initials="JK" lastIdx="4" clrIdx="0">
    <p:extLst>
      <p:ext uri="{19B8F6BF-5375-455C-9EA6-DF929625EA0E}">
        <p15:presenceInfo xmlns:p15="http://schemas.microsoft.com/office/powerpoint/2012/main" userId="S::j.kunneke@tilburguniversity.edu::eed46927-f584-44bc-8c98-56c85e9c72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3709"/>
    <a:srgbClr val="FFEEBD"/>
    <a:srgbClr val="F8E3CC"/>
    <a:srgbClr val="FAF3E6"/>
    <a:srgbClr val="F4E5C8"/>
    <a:srgbClr val="FBAC97"/>
    <a:srgbClr val="8FDFFF"/>
    <a:srgbClr val="A7E28A"/>
    <a:srgbClr val="FFDA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094" autoAdjust="0"/>
  </p:normalViewPr>
  <p:slideViewPr>
    <p:cSldViewPr snapToGrid="0">
      <p:cViewPr varScale="1">
        <p:scale>
          <a:sx n="58" d="100"/>
          <a:sy n="58" d="100"/>
        </p:scale>
        <p:origin x="1646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D5BC3-F640-E347-99D5-B6A6D479D1B7}" type="datetimeFigureOut">
              <a:rPr lang="en-NL" smtClean="0"/>
              <a:t>11/19/2025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396E6B-DDD6-0342-A7BE-9512B2847D8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321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07D00-A5A4-5D4B-585D-7C33BD45E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01B811-D4D5-333F-7C91-0DE28B417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C73B1F-2A8C-6F93-1FFD-68B6E89B0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295A89-5971-876C-9A80-42E98C443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7B1C4-F130-4522-AE03-F76863677DCF}" type="slidenum">
              <a:rPr lang="nl-NL" smtClean="0"/>
              <a:pPr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2539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96E6B-DDD6-0342-A7BE-9512B2847D81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44187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4" y="2921002"/>
            <a:ext cx="5489573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3"/>
            <a:ext cx="5489575" cy="154463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9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20343C-3E03-4DA7-B599-6344F3B10A5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0893A54-4496-4590-8063-7BFF3CF2997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2"/>
          </a:xfrm>
          <a:prstGeom prst="rect">
            <a:avLst/>
          </a:prstGeom>
        </p:spPr>
      </p:pic>
      <p:sp>
        <p:nvSpPr>
          <p:cNvPr id="9" name="Content Placeholder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10345739" cy="4556125"/>
          </a:xfrm>
          <a:prstGeom prst="rect">
            <a:avLst/>
          </a:prstGeom>
        </p:spPr>
        <p:txBody>
          <a:bodyPr lIns="90000" rIns="90000"/>
          <a:lstStyle>
            <a:lvl1pPr>
              <a:buClr>
                <a:schemeClr val="tx2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 sz="1600"/>
            </a:lvl4pPr>
            <a:lvl5pPr>
              <a:buClr>
                <a:schemeClr val="tx2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0661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(al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5"/>
            <a:ext cx="5489575" cy="154463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8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64276" y="1410513"/>
            <a:ext cx="5465763" cy="151048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200" kern="1200" dirty="0">
                <a:solidFill>
                  <a:schemeClr val="tx2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7246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20343C-3E03-4DA7-B599-6344F3B10A5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0893A54-4496-4590-8063-7BFF3CF2997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2"/>
          </a:xfrm>
          <a:prstGeom prst="rect">
            <a:avLst/>
          </a:prstGeom>
        </p:spPr>
      </p:pic>
      <p:sp>
        <p:nvSpPr>
          <p:cNvPr id="5" name="Picture Placeholder"/>
          <p:cNvSpPr>
            <a:spLocks noGrp="1"/>
          </p:cNvSpPr>
          <p:nvPr>
            <p:ph type="pic" sz="quarter" idx="17"/>
          </p:nvPr>
        </p:nvSpPr>
        <p:spPr>
          <a:xfrm>
            <a:off x="-8707" y="0"/>
            <a:ext cx="12200708" cy="5931928"/>
          </a:xfrm>
          <a:custGeom>
            <a:avLst/>
            <a:gdLst>
              <a:gd name="connsiteX0" fmla="*/ 0 w 12192000"/>
              <a:gd name="connsiteY0" fmla="*/ 0 h 5029200"/>
              <a:gd name="connsiteX1" fmla="*/ 12192000 w 12192000"/>
              <a:gd name="connsiteY1" fmla="*/ 0 h 5029200"/>
              <a:gd name="connsiteX2" fmla="*/ 12192000 w 12192000"/>
              <a:gd name="connsiteY2" fmla="*/ 5029200 h 5029200"/>
              <a:gd name="connsiteX3" fmla="*/ 0 w 12192000"/>
              <a:gd name="connsiteY3" fmla="*/ 5029200 h 5029200"/>
              <a:gd name="connsiteX4" fmla="*/ 0 w 12192000"/>
              <a:gd name="connsiteY4" fmla="*/ 0 h 5029200"/>
              <a:gd name="connsiteX0" fmla="*/ 0 w 12192000"/>
              <a:gd name="connsiteY0" fmla="*/ 2666 h 5031866"/>
              <a:gd name="connsiteX1" fmla="*/ 919732 w 12192000"/>
              <a:gd name="connsiteY1" fmla="*/ 0 h 5031866"/>
              <a:gd name="connsiteX2" fmla="*/ 12192000 w 12192000"/>
              <a:gd name="connsiteY2" fmla="*/ 2666 h 5031866"/>
              <a:gd name="connsiteX3" fmla="*/ 12192000 w 12192000"/>
              <a:gd name="connsiteY3" fmla="*/ 5031866 h 5031866"/>
              <a:gd name="connsiteX4" fmla="*/ 0 w 12192000"/>
              <a:gd name="connsiteY4" fmla="*/ 5031866 h 5031866"/>
              <a:gd name="connsiteX5" fmla="*/ 0 w 12192000"/>
              <a:gd name="connsiteY5" fmla="*/ 2666 h 5031866"/>
              <a:gd name="connsiteX0" fmla="*/ 0 w 12192000"/>
              <a:gd name="connsiteY0" fmla="*/ 2666 h 5031866"/>
              <a:gd name="connsiteX1" fmla="*/ 463865 w 12192000"/>
              <a:gd name="connsiteY1" fmla="*/ 2666 h 5031866"/>
              <a:gd name="connsiteX2" fmla="*/ 919732 w 12192000"/>
              <a:gd name="connsiteY2" fmla="*/ 0 h 5031866"/>
              <a:gd name="connsiteX3" fmla="*/ 12192000 w 12192000"/>
              <a:gd name="connsiteY3" fmla="*/ 2666 h 5031866"/>
              <a:gd name="connsiteX4" fmla="*/ 12192000 w 12192000"/>
              <a:gd name="connsiteY4" fmla="*/ 5031866 h 5031866"/>
              <a:gd name="connsiteX5" fmla="*/ 0 w 12192000"/>
              <a:gd name="connsiteY5" fmla="*/ 5031866 h 5031866"/>
              <a:gd name="connsiteX6" fmla="*/ 0 w 12192000"/>
              <a:gd name="connsiteY6" fmla="*/ 2666 h 5031866"/>
              <a:gd name="connsiteX0" fmla="*/ 0 w 12192000"/>
              <a:gd name="connsiteY0" fmla="*/ 0 h 5946266"/>
              <a:gd name="connsiteX1" fmla="*/ 463865 w 12192000"/>
              <a:gd name="connsiteY1" fmla="*/ 917066 h 5946266"/>
              <a:gd name="connsiteX2" fmla="*/ 919732 w 12192000"/>
              <a:gd name="connsiteY2" fmla="*/ 914400 h 5946266"/>
              <a:gd name="connsiteX3" fmla="*/ 12192000 w 12192000"/>
              <a:gd name="connsiteY3" fmla="*/ 917066 h 5946266"/>
              <a:gd name="connsiteX4" fmla="*/ 12192000 w 12192000"/>
              <a:gd name="connsiteY4" fmla="*/ 5946266 h 5946266"/>
              <a:gd name="connsiteX5" fmla="*/ 0 w 12192000"/>
              <a:gd name="connsiteY5" fmla="*/ 5946266 h 5946266"/>
              <a:gd name="connsiteX6" fmla="*/ 0 w 12192000"/>
              <a:gd name="connsiteY6" fmla="*/ 0 h 5946266"/>
              <a:gd name="connsiteX0" fmla="*/ 0 w 12192000"/>
              <a:gd name="connsiteY0" fmla="*/ 0 h 5946266"/>
              <a:gd name="connsiteX1" fmla="*/ 205273 w 12192000"/>
              <a:gd name="connsiteY1" fmla="*/ 407881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463865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68021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72177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59708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8021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43083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21223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0004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09832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63864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15656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8720 w 12217346"/>
              <a:gd name="connsiteY0" fmla="*/ 0 h 5949345"/>
              <a:gd name="connsiteX1" fmla="*/ 466819 w 12217346"/>
              <a:gd name="connsiteY1" fmla="*/ 0 h 5949345"/>
              <a:gd name="connsiteX2" fmla="*/ 469204 w 12217346"/>
              <a:gd name="connsiteY2" fmla="*/ 454004 h 5949345"/>
              <a:gd name="connsiteX3" fmla="*/ 924376 w 12217346"/>
              <a:gd name="connsiteY3" fmla="*/ 905164 h 5949345"/>
              <a:gd name="connsiteX4" fmla="*/ 12217346 w 12217346"/>
              <a:gd name="connsiteY4" fmla="*/ 903675 h 5949345"/>
              <a:gd name="connsiteX5" fmla="*/ 12216114 w 12217346"/>
              <a:gd name="connsiteY5" fmla="*/ 5949345 h 5949345"/>
              <a:gd name="connsiteX6" fmla="*/ 0 w 12217346"/>
              <a:gd name="connsiteY6" fmla="*/ 5928849 h 5949345"/>
              <a:gd name="connsiteX7" fmla="*/ 8720 w 12217346"/>
              <a:gd name="connsiteY7" fmla="*/ 0 h 5949345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17346" h="5931928">
                <a:moveTo>
                  <a:pt x="8720" y="0"/>
                </a:moveTo>
                <a:lnTo>
                  <a:pt x="466819" y="0"/>
                </a:lnTo>
                <a:cubicBezTo>
                  <a:pt x="466819" y="305689"/>
                  <a:pt x="469816" y="280886"/>
                  <a:pt x="469204" y="454004"/>
                </a:cubicBezTo>
                <a:lnTo>
                  <a:pt x="924376" y="905164"/>
                </a:lnTo>
                <a:lnTo>
                  <a:pt x="12217346" y="903675"/>
                </a:lnTo>
                <a:cubicBezTo>
                  <a:pt x="12216935" y="2583513"/>
                  <a:pt x="12216525" y="4252090"/>
                  <a:pt x="12216114" y="5931928"/>
                </a:cubicBezTo>
                <a:lnTo>
                  <a:pt x="0" y="5928849"/>
                </a:lnTo>
                <a:cubicBezTo>
                  <a:pt x="2907" y="3952566"/>
                  <a:pt x="5813" y="1976283"/>
                  <a:pt x="872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01718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20343C-3E03-4DA7-B599-6344F3B10A5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0893A54-4496-4590-8063-7BFF3CF2997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2"/>
          </a:xfrm>
          <a:prstGeom prst="rect">
            <a:avLst/>
          </a:prstGeom>
        </p:spPr>
      </p:pic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1376363"/>
            <a:ext cx="4921251" cy="4556125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4919664" cy="45576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/>
        <p:txBody>
          <a:bodyPr lIns="72000" r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66068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20343C-3E03-4DA7-B599-6344F3B10A5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0893A54-4496-4590-8063-7BFF3CF2997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2"/>
          </a:xfrm>
          <a:prstGeom prst="rect">
            <a:avLst/>
          </a:prstGeom>
        </p:spPr>
      </p:pic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2295525"/>
            <a:ext cx="4921251" cy="3636964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1" name="Title column 2"/>
          <p:cNvSpPr>
            <a:spLocks noGrp="1"/>
          </p:cNvSpPr>
          <p:nvPr>
            <p:ph type="body" sz="quarter" idx="16"/>
          </p:nvPr>
        </p:nvSpPr>
        <p:spPr>
          <a:xfrm>
            <a:off x="6348413" y="1376363"/>
            <a:ext cx="4921251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6" y="2295525"/>
            <a:ext cx="4919663" cy="3636964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tle column 1"/>
          <p:cNvSpPr>
            <a:spLocks noGrp="1"/>
          </p:cNvSpPr>
          <p:nvPr>
            <p:ph type="body" sz="quarter" idx="15"/>
          </p:nvPr>
        </p:nvSpPr>
        <p:spPr>
          <a:xfrm>
            <a:off x="923926" y="1376363"/>
            <a:ext cx="4919663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0330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6" userDrawn="1">
          <p15:clr>
            <a:srgbClr val="FBAE40"/>
          </p15:clr>
        </p15:guide>
        <p15:guide id="2" orient="horz" pos="144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20343C-3E03-4DA7-B599-6344F3B10A5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0893A54-4496-4590-8063-7BFF3CF2997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2"/>
          </a:xfrm>
          <a:prstGeom prst="rect">
            <a:avLst/>
          </a:prstGeom>
        </p:spPr>
      </p:pic>
      <p:sp>
        <p:nvSpPr>
          <p:cNvPr id="6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348413" y="914400"/>
            <a:ext cx="5843587" cy="5013734"/>
          </a:xfrm>
          <a:custGeom>
            <a:avLst/>
            <a:gdLst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0 w 5843587"/>
              <a:gd name="connsiteY3" fmla="*/ 5029200 h 5029200"/>
              <a:gd name="connsiteX4" fmla="*/ 0 w 5843587"/>
              <a:gd name="connsiteY4" fmla="*/ 0 h 5029200"/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456677 w 5843587"/>
              <a:gd name="connsiteY3" fmla="*/ 5027843 h 5029200"/>
              <a:gd name="connsiteX4" fmla="*/ 0 w 5843587"/>
              <a:gd name="connsiteY4" fmla="*/ 5029200 h 5029200"/>
              <a:gd name="connsiteX5" fmla="*/ 0 w 5843587"/>
              <a:gd name="connsiteY5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1880 w 5845467"/>
              <a:gd name="connsiteY4" fmla="*/ 5029200 h 5029200"/>
              <a:gd name="connsiteX5" fmla="*/ 0 w 5845467"/>
              <a:gd name="connsiteY5" fmla="*/ 4569287 h 5029200"/>
              <a:gd name="connsiteX6" fmla="*/ 1880 w 5845467"/>
              <a:gd name="connsiteY6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0 w 5845467"/>
              <a:gd name="connsiteY4" fmla="*/ 4569287 h 5029200"/>
              <a:gd name="connsiteX5" fmla="*/ 1880 w 5845467"/>
              <a:gd name="connsiteY5" fmla="*/ 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5467" h="5029200">
                <a:moveTo>
                  <a:pt x="1880" y="0"/>
                </a:moveTo>
                <a:lnTo>
                  <a:pt x="5845467" y="0"/>
                </a:lnTo>
                <a:lnTo>
                  <a:pt x="5845467" y="5029200"/>
                </a:lnTo>
                <a:lnTo>
                  <a:pt x="458557" y="5027843"/>
                </a:lnTo>
                <a:lnTo>
                  <a:pt x="0" y="4569287"/>
                </a:lnTo>
                <a:cubicBezTo>
                  <a:pt x="627" y="3046191"/>
                  <a:pt x="1253" y="1523096"/>
                  <a:pt x="188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6" y="1376363"/>
            <a:ext cx="4919663" cy="4556125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646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343C-3E03-4DA7-B599-6344F3B10A5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3A54-4496-4590-8063-7BFF3CF2997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95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3"/>
            <a:ext cx="5489575" cy="154463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88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9" name="Content Placeholder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10345739" cy="4554000"/>
          </a:xfrm>
          <a:prstGeom prst="rect">
            <a:avLst/>
          </a:prstGeom>
        </p:spPr>
        <p:txBody>
          <a:bodyPr lIns="93600" rIns="93600"/>
          <a:lstStyle>
            <a:lvl1pPr>
              <a:buClr>
                <a:schemeClr val="tx2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 sz="1600"/>
            </a:lvl4pPr>
            <a:lvl5pPr>
              <a:buClr>
                <a:schemeClr val="tx2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987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(al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5"/>
            <a:ext cx="5489575" cy="154463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200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64276" y="1410513"/>
            <a:ext cx="5465763" cy="151048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200" kern="1200" dirty="0">
                <a:solidFill>
                  <a:schemeClr val="tx2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7490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8" name="Picture Placeholder"/>
          <p:cNvSpPr>
            <a:spLocks noGrp="1"/>
          </p:cNvSpPr>
          <p:nvPr>
            <p:ph type="pic" sz="quarter" idx="17"/>
          </p:nvPr>
        </p:nvSpPr>
        <p:spPr>
          <a:xfrm>
            <a:off x="-8707" y="0"/>
            <a:ext cx="12200708" cy="5931928"/>
          </a:xfrm>
          <a:custGeom>
            <a:avLst/>
            <a:gdLst>
              <a:gd name="connsiteX0" fmla="*/ 0 w 12192000"/>
              <a:gd name="connsiteY0" fmla="*/ 0 h 5029200"/>
              <a:gd name="connsiteX1" fmla="*/ 12192000 w 12192000"/>
              <a:gd name="connsiteY1" fmla="*/ 0 h 5029200"/>
              <a:gd name="connsiteX2" fmla="*/ 12192000 w 12192000"/>
              <a:gd name="connsiteY2" fmla="*/ 5029200 h 5029200"/>
              <a:gd name="connsiteX3" fmla="*/ 0 w 12192000"/>
              <a:gd name="connsiteY3" fmla="*/ 5029200 h 5029200"/>
              <a:gd name="connsiteX4" fmla="*/ 0 w 12192000"/>
              <a:gd name="connsiteY4" fmla="*/ 0 h 5029200"/>
              <a:gd name="connsiteX0" fmla="*/ 0 w 12192000"/>
              <a:gd name="connsiteY0" fmla="*/ 2666 h 5031866"/>
              <a:gd name="connsiteX1" fmla="*/ 919732 w 12192000"/>
              <a:gd name="connsiteY1" fmla="*/ 0 h 5031866"/>
              <a:gd name="connsiteX2" fmla="*/ 12192000 w 12192000"/>
              <a:gd name="connsiteY2" fmla="*/ 2666 h 5031866"/>
              <a:gd name="connsiteX3" fmla="*/ 12192000 w 12192000"/>
              <a:gd name="connsiteY3" fmla="*/ 5031866 h 5031866"/>
              <a:gd name="connsiteX4" fmla="*/ 0 w 12192000"/>
              <a:gd name="connsiteY4" fmla="*/ 5031866 h 5031866"/>
              <a:gd name="connsiteX5" fmla="*/ 0 w 12192000"/>
              <a:gd name="connsiteY5" fmla="*/ 2666 h 5031866"/>
              <a:gd name="connsiteX0" fmla="*/ 0 w 12192000"/>
              <a:gd name="connsiteY0" fmla="*/ 2666 h 5031866"/>
              <a:gd name="connsiteX1" fmla="*/ 463865 w 12192000"/>
              <a:gd name="connsiteY1" fmla="*/ 2666 h 5031866"/>
              <a:gd name="connsiteX2" fmla="*/ 919732 w 12192000"/>
              <a:gd name="connsiteY2" fmla="*/ 0 h 5031866"/>
              <a:gd name="connsiteX3" fmla="*/ 12192000 w 12192000"/>
              <a:gd name="connsiteY3" fmla="*/ 2666 h 5031866"/>
              <a:gd name="connsiteX4" fmla="*/ 12192000 w 12192000"/>
              <a:gd name="connsiteY4" fmla="*/ 5031866 h 5031866"/>
              <a:gd name="connsiteX5" fmla="*/ 0 w 12192000"/>
              <a:gd name="connsiteY5" fmla="*/ 5031866 h 5031866"/>
              <a:gd name="connsiteX6" fmla="*/ 0 w 12192000"/>
              <a:gd name="connsiteY6" fmla="*/ 2666 h 5031866"/>
              <a:gd name="connsiteX0" fmla="*/ 0 w 12192000"/>
              <a:gd name="connsiteY0" fmla="*/ 0 h 5946266"/>
              <a:gd name="connsiteX1" fmla="*/ 463865 w 12192000"/>
              <a:gd name="connsiteY1" fmla="*/ 917066 h 5946266"/>
              <a:gd name="connsiteX2" fmla="*/ 919732 w 12192000"/>
              <a:gd name="connsiteY2" fmla="*/ 914400 h 5946266"/>
              <a:gd name="connsiteX3" fmla="*/ 12192000 w 12192000"/>
              <a:gd name="connsiteY3" fmla="*/ 917066 h 5946266"/>
              <a:gd name="connsiteX4" fmla="*/ 12192000 w 12192000"/>
              <a:gd name="connsiteY4" fmla="*/ 5946266 h 5946266"/>
              <a:gd name="connsiteX5" fmla="*/ 0 w 12192000"/>
              <a:gd name="connsiteY5" fmla="*/ 5946266 h 5946266"/>
              <a:gd name="connsiteX6" fmla="*/ 0 w 12192000"/>
              <a:gd name="connsiteY6" fmla="*/ 0 h 5946266"/>
              <a:gd name="connsiteX0" fmla="*/ 0 w 12192000"/>
              <a:gd name="connsiteY0" fmla="*/ 0 h 5946266"/>
              <a:gd name="connsiteX1" fmla="*/ 205273 w 12192000"/>
              <a:gd name="connsiteY1" fmla="*/ 407881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463865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68021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72177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59708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8021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43083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21223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0004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09832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63864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15656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8720 w 12217346"/>
              <a:gd name="connsiteY0" fmla="*/ 0 h 5949345"/>
              <a:gd name="connsiteX1" fmla="*/ 466819 w 12217346"/>
              <a:gd name="connsiteY1" fmla="*/ 0 h 5949345"/>
              <a:gd name="connsiteX2" fmla="*/ 469204 w 12217346"/>
              <a:gd name="connsiteY2" fmla="*/ 454004 h 5949345"/>
              <a:gd name="connsiteX3" fmla="*/ 924376 w 12217346"/>
              <a:gd name="connsiteY3" fmla="*/ 905164 h 5949345"/>
              <a:gd name="connsiteX4" fmla="*/ 12217346 w 12217346"/>
              <a:gd name="connsiteY4" fmla="*/ 903675 h 5949345"/>
              <a:gd name="connsiteX5" fmla="*/ 12216114 w 12217346"/>
              <a:gd name="connsiteY5" fmla="*/ 5949345 h 5949345"/>
              <a:gd name="connsiteX6" fmla="*/ 0 w 12217346"/>
              <a:gd name="connsiteY6" fmla="*/ 5928849 h 5949345"/>
              <a:gd name="connsiteX7" fmla="*/ 8720 w 12217346"/>
              <a:gd name="connsiteY7" fmla="*/ 0 h 5949345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17346" h="5931928">
                <a:moveTo>
                  <a:pt x="8720" y="0"/>
                </a:moveTo>
                <a:lnTo>
                  <a:pt x="466819" y="0"/>
                </a:lnTo>
                <a:cubicBezTo>
                  <a:pt x="466819" y="305689"/>
                  <a:pt x="469816" y="280886"/>
                  <a:pt x="469204" y="454004"/>
                </a:cubicBezTo>
                <a:lnTo>
                  <a:pt x="924376" y="905164"/>
                </a:lnTo>
                <a:lnTo>
                  <a:pt x="12217346" y="903675"/>
                </a:lnTo>
                <a:cubicBezTo>
                  <a:pt x="12216935" y="2583513"/>
                  <a:pt x="12216525" y="4252090"/>
                  <a:pt x="12216114" y="5931928"/>
                </a:cubicBezTo>
                <a:lnTo>
                  <a:pt x="0" y="5928849"/>
                </a:lnTo>
                <a:cubicBezTo>
                  <a:pt x="2907" y="3952566"/>
                  <a:pt x="5813" y="1976283"/>
                  <a:pt x="872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82562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7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1376363"/>
            <a:ext cx="4921251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4919664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/>
        <p:txBody>
          <a:bodyPr lIns="72000" r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2817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2295525"/>
            <a:ext cx="4921251" cy="3635376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1" name="Title column 2"/>
          <p:cNvSpPr>
            <a:spLocks noGrp="1"/>
          </p:cNvSpPr>
          <p:nvPr>
            <p:ph type="body" sz="quarter" idx="16"/>
          </p:nvPr>
        </p:nvSpPr>
        <p:spPr>
          <a:xfrm>
            <a:off x="6348413" y="1376363"/>
            <a:ext cx="4921251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2295526"/>
            <a:ext cx="4919664" cy="3648075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tle column 1"/>
          <p:cNvSpPr>
            <a:spLocks noGrp="1"/>
          </p:cNvSpPr>
          <p:nvPr>
            <p:ph type="body" sz="quarter" idx="15"/>
          </p:nvPr>
        </p:nvSpPr>
        <p:spPr>
          <a:xfrm>
            <a:off x="923926" y="1376363"/>
            <a:ext cx="4919663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9338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6" userDrawn="1">
          <p15:clr>
            <a:srgbClr val="FBAE40"/>
          </p15:clr>
        </p15:guide>
        <p15:guide id="2" orient="horz" pos="144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10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4"/>
            <a:ext cx="4919664" cy="4551771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2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348413" y="914400"/>
            <a:ext cx="5843587" cy="5013734"/>
          </a:xfrm>
          <a:custGeom>
            <a:avLst/>
            <a:gdLst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0 w 5843587"/>
              <a:gd name="connsiteY3" fmla="*/ 5029200 h 5029200"/>
              <a:gd name="connsiteX4" fmla="*/ 0 w 5843587"/>
              <a:gd name="connsiteY4" fmla="*/ 0 h 5029200"/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456677 w 5843587"/>
              <a:gd name="connsiteY3" fmla="*/ 5027843 h 5029200"/>
              <a:gd name="connsiteX4" fmla="*/ 0 w 5843587"/>
              <a:gd name="connsiteY4" fmla="*/ 5029200 h 5029200"/>
              <a:gd name="connsiteX5" fmla="*/ 0 w 5843587"/>
              <a:gd name="connsiteY5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1880 w 5845467"/>
              <a:gd name="connsiteY4" fmla="*/ 5029200 h 5029200"/>
              <a:gd name="connsiteX5" fmla="*/ 0 w 5845467"/>
              <a:gd name="connsiteY5" fmla="*/ 4569287 h 5029200"/>
              <a:gd name="connsiteX6" fmla="*/ 1880 w 5845467"/>
              <a:gd name="connsiteY6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0 w 5845467"/>
              <a:gd name="connsiteY4" fmla="*/ 4569287 h 5029200"/>
              <a:gd name="connsiteX5" fmla="*/ 1880 w 5845467"/>
              <a:gd name="connsiteY5" fmla="*/ 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5467" h="5029200">
                <a:moveTo>
                  <a:pt x="1880" y="0"/>
                </a:moveTo>
                <a:lnTo>
                  <a:pt x="5845467" y="0"/>
                </a:lnTo>
                <a:lnTo>
                  <a:pt x="5845467" y="5029200"/>
                </a:lnTo>
                <a:lnTo>
                  <a:pt x="458557" y="5027843"/>
                </a:lnTo>
                <a:lnTo>
                  <a:pt x="0" y="4569287"/>
                </a:lnTo>
                <a:cubicBezTo>
                  <a:pt x="627" y="3046191"/>
                  <a:pt x="1253" y="1523096"/>
                  <a:pt x="188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26045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624598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oofdstukslide gro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/>
        </p:nvSpPr>
        <p:spPr bwMode="auto">
          <a:xfrm>
            <a:off x="5363634" y="1476375"/>
            <a:ext cx="6860117" cy="1695450"/>
          </a:xfrm>
          <a:custGeom>
            <a:avLst/>
            <a:gdLst>
              <a:gd name="T0" fmla="*/ 2161 w 2161"/>
              <a:gd name="T1" fmla="*/ 712 h 712"/>
              <a:gd name="T2" fmla="*/ 329 w 2161"/>
              <a:gd name="T3" fmla="*/ 712 h 712"/>
              <a:gd name="T4" fmla="*/ 0 w 2161"/>
              <a:gd name="T5" fmla="*/ 392 h 712"/>
              <a:gd name="T6" fmla="*/ 0 w 2161"/>
              <a:gd name="T7" fmla="*/ 0 h 712"/>
              <a:gd name="T8" fmla="*/ 2161 w 2161"/>
              <a:gd name="T9" fmla="*/ 0 h 712"/>
              <a:gd name="T10" fmla="*/ 2161 w 2161"/>
              <a:gd name="T11" fmla="*/ 712 h 7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61" h="712">
                <a:moveTo>
                  <a:pt x="2161" y="712"/>
                </a:moveTo>
                <a:lnTo>
                  <a:pt x="329" y="712"/>
                </a:lnTo>
                <a:lnTo>
                  <a:pt x="0" y="392"/>
                </a:lnTo>
                <a:lnTo>
                  <a:pt x="0" y="0"/>
                </a:lnTo>
                <a:lnTo>
                  <a:pt x="2161" y="0"/>
                </a:lnTo>
                <a:lnTo>
                  <a:pt x="2161" y="712"/>
                </a:lnTo>
                <a:close/>
              </a:path>
            </a:pathLst>
          </a:custGeom>
          <a:solidFill>
            <a:schemeClr val="bg1"/>
          </a:solidFill>
          <a:ln w="1270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nl-NL" sz="18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-2117" y="5924550"/>
            <a:ext cx="12192001" cy="933450"/>
          </a:xfrm>
          <a:prstGeom prst="rect">
            <a:avLst/>
          </a:prstGeom>
          <a:solidFill>
            <a:srgbClr val="FFFFFF">
              <a:alpha val="94901"/>
            </a:srgbClr>
          </a:solidFill>
          <a:ln w="12700">
            <a:noFill/>
            <a:miter lim="800000"/>
            <a:headEnd/>
            <a:tailEnd/>
          </a:ln>
        </p:spPr>
        <p:txBody>
          <a:bodyPr/>
          <a:lstStyle/>
          <a:p>
            <a:endParaRPr lang="nl-NL" sz="1800">
              <a:latin typeface="Calibri" pitchFamily="34" charset="0"/>
              <a:cs typeface="ヒラギノ角ゴ Pro W3"/>
            </a:endParaRPr>
          </a:p>
        </p:txBody>
      </p:sp>
      <p:pic>
        <p:nvPicPr>
          <p:cNvPr id="5" name="Picture 5" descr="02-UTI_Basisvormen_powerpoint_03.png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35000" y="6061075"/>
            <a:ext cx="3386667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296803" y="1963618"/>
            <a:ext cx="5848351" cy="1208134"/>
          </a:xfrm>
        </p:spPr>
        <p:txBody>
          <a:bodyPr>
            <a:normAutofit/>
          </a:bodyPr>
          <a:lstStyle>
            <a:lvl1pPr>
              <a:buFontTx/>
              <a:buNone/>
              <a:defRPr sz="32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10551584" y="6257926"/>
            <a:ext cx="1030816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CC993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E2ABFB72-DFA5-446A-A408-E0DC63CFE899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4165600" y="6257926"/>
            <a:ext cx="2751667" cy="3651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CC993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nl-NL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6"/>
          </p:nvPr>
        </p:nvSpPr>
        <p:spPr>
          <a:xfrm>
            <a:off x="6881285" y="6257926"/>
            <a:ext cx="3143249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CC993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0BAFBF4A-0B3F-43EB-9EDC-7D2404803850}" type="datetimeFigureOut">
              <a:rPr lang="nl-NL" smtClean="0"/>
              <a:pPr/>
              <a:t>19-11-2025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8901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/>
          </p:cNvSpPr>
          <p:nvPr/>
        </p:nvSpPr>
        <p:spPr bwMode="auto">
          <a:xfrm>
            <a:off x="0" y="1"/>
            <a:ext cx="12192000" cy="950913"/>
          </a:xfrm>
          <a:custGeom>
            <a:avLst/>
            <a:gdLst/>
            <a:ahLst/>
            <a:cxnLst>
              <a:cxn ang="0">
                <a:pos x="0" y="208"/>
              </a:cxn>
              <a:cxn ang="0">
                <a:pos x="0" y="0"/>
              </a:cxn>
              <a:cxn ang="0">
                <a:pos x="3841" y="0"/>
              </a:cxn>
              <a:cxn ang="0">
                <a:pos x="3841" y="400"/>
              </a:cxn>
              <a:cxn ang="0">
                <a:pos x="184" y="400"/>
              </a:cxn>
              <a:cxn ang="0">
                <a:pos x="0" y="208"/>
              </a:cxn>
            </a:cxnLst>
            <a:rect l="0" t="0" r="r" b="b"/>
            <a:pathLst>
              <a:path w="3841" h="400">
                <a:moveTo>
                  <a:pt x="0" y="208"/>
                </a:moveTo>
                <a:lnTo>
                  <a:pt x="0" y="0"/>
                </a:lnTo>
                <a:lnTo>
                  <a:pt x="3841" y="0"/>
                </a:lnTo>
                <a:lnTo>
                  <a:pt x="3841" y="400"/>
                </a:lnTo>
                <a:lnTo>
                  <a:pt x="184" y="400"/>
                </a:lnTo>
                <a:lnTo>
                  <a:pt x="0" y="208"/>
                </a:lnTo>
                <a:close/>
              </a:path>
            </a:pathLst>
          </a:custGeom>
          <a:solidFill>
            <a:schemeClr val="accent4"/>
          </a:solidFill>
          <a:ln w="12700">
            <a:noFill/>
            <a:prstDash val="solid"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ea typeface="+mn-ea"/>
              <a:cs typeface="+mn-cs"/>
            </a:endParaRPr>
          </a:p>
        </p:txBody>
      </p:sp>
      <p:pic>
        <p:nvPicPr>
          <p:cNvPr id="4" name="Picture 4" descr="02-UTI_Basisvormen_powerpoint_03.png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35000" y="6061075"/>
            <a:ext cx="3386667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-1842"/>
            <a:ext cx="10972800" cy="952242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165600" y="6257926"/>
            <a:ext cx="2751667" cy="3651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CC993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0551584" y="6257926"/>
            <a:ext cx="1030816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CC993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E98C2447-CC3F-4790-9250-41C27F6966A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2"/>
          </p:nvPr>
        </p:nvSpPr>
        <p:spPr>
          <a:xfrm>
            <a:off x="6881285" y="6257926"/>
            <a:ext cx="3143249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CC993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05D11201-DED4-48F7-9E1C-63196B0B43B9}" type="datetimeFigureOut">
              <a:rPr lang="nl-NL" smtClean="0"/>
              <a:pPr/>
              <a:t>19-11-2025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011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3"/>
            <a:ext cx="5489575" cy="154463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09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  <p:sp>
        <p:nvSpPr>
          <p:cNvPr id="9" name="Content Placeholder"/>
          <p:cNvSpPr>
            <a:spLocks noGrp="1"/>
          </p:cNvSpPr>
          <p:nvPr>
            <p:ph sz="quarter" idx="13"/>
          </p:nvPr>
        </p:nvSpPr>
        <p:spPr>
          <a:xfrm>
            <a:off x="923925" y="1376365"/>
            <a:ext cx="10345739" cy="4554537"/>
          </a:xfrm>
          <a:prstGeom prst="rect">
            <a:avLst/>
          </a:prstGeom>
        </p:spPr>
        <p:txBody>
          <a:bodyPr lIns="93600" rIns="93600"/>
          <a:lstStyle>
            <a:lvl1pPr>
              <a:buClr>
                <a:schemeClr val="tx2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 sz="1600"/>
            </a:lvl4pPr>
            <a:lvl5pPr>
              <a:buClr>
                <a:schemeClr val="tx2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0763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(al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5"/>
            <a:ext cx="5489575" cy="154463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35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64276" y="1410513"/>
            <a:ext cx="5465763" cy="151048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200" kern="1200" dirty="0">
                <a:solidFill>
                  <a:schemeClr val="tx2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3496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9" name="Picture Placeholder"/>
          <p:cNvSpPr>
            <a:spLocks noGrp="1"/>
          </p:cNvSpPr>
          <p:nvPr>
            <p:ph type="pic" sz="quarter" idx="17"/>
          </p:nvPr>
        </p:nvSpPr>
        <p:spPr>
          <a:xfrm>
            <a:off x="-8707" y="0"/>
            <a:ext cx="12200708" cy="5931928"/>
          </a:xfrm>
          <a:custGeom>
            <a:avLst/>
            <a:gdLst>
              <a:gd name="connsiteX0" fmla="*/ 0 w 12192000"/>
              <a:gd name="connsiteY0" fmla="*/ 0 h 5029200"/>
              <a:gd name="connsiteX1" fmla="*/ 12192000 w 12192000"/>
              <a:gd name="connsiteY1" fmla="*/ 0 h 5029200"/>
              <a:gd name="connsiteX2" fmla="*/ 12192000 w 12192000"/>
              <a:gd name="connsiteY2" fmla="*/ 5029200 h 5029200"/>
              <a:gd name="connsiteX3" fmla="*/ 0 w 12192000"/>
              <a:gd name="connsiteY3" fmla="*/ 5029200 h 5029200"/>
              <a:gd name="connsiteX4" fmla="*/ 0 w 12192000"/>
              <a:gd name="connsiteY4" fmla="*/ 0 h 5029200"/>
              <a:gd name="connsiteX0" fmla="*/ 0 w 12192000"/>
              <a:gd name="connsiteY0" fmla="*/ 2666 h 5031866"/>
              <a:gd name="connsiteX1" fmla="*/ 919732 w 12192000"/>
              <a:gd name="connsiteY1" fmla="*/ 0 h 5031866"/>
              <a:gd name="connsiteX2" fmla="*/ 12192000 w 12192000"/>
              <a:gd name="connsiteY2" fmla="*/ 2666 h 5031866"/>
              <a:gd name="connsiteX3" fmla="*/ 12192000 w 12192000"/>
              <a:gd name="connsiteY3" fmla="*/ 5031866 h 5031866"/>
              <a:gd name="connsiteX4" fmla="*/ 0 w 12192000"/>
              <a:gd name="connsiteY4" fmla="*/ 5031866 h 5031866"/>
              <a:gd name="connsiteX5" fmla="*/ 0 w 12192000"/>
              <a:gd name="connsiteY5" fmla="*/ 2666 h 5031866"/>
              <a:gd name="connsiteX0" fmla="*/ 0 w 12192000"/>
              <a:gd name="connsiteY0" fmla="*/ 2666 h 5031866"/>
              <a:gd name="connsiteX1" fmla="*/ 463865 w 12192000"/>
              <a:gd name="connsiteY1" fmla="*/ 2666 h 5031866"/>
              <a:gd name="connsiteX2" fmla="*/ 919732 w 12192000"/>
              <a:gd name="connsiteY2" fmla="*/ 0 h 5031866"/>
              <a:gd name="connsiteX3" fmla="*/ 12192000 w 12192000"/>
              <a:gd name="connsiteY3" fmla="*/ 2666 h 5031866"/>
              <a:gd name="connsiteX4" fmla="*/ 12192000 w 12192000"/>
              <a:gd name="connsiteY4" fmla="*/ 5031866 h 5031866"/>
              <a:gd name="connsiteX5" fmla="*/ 0 w 12192000"/>
              <a:gd name="connsiteY5" fmla="*/ 5031866 h 5031866"/>
              <a:gd name="connsiteX6" fmla="*/ 0 w 12192000"/>
              <a:gd name="connsiteY6" fmla="*/ 2666 h 5031866"/>
              <a:gd name="connsiteX0" fmla="*/ 0 w 12192000"/>
              <a:gd name="connsiteY0" fmla="*/ 0 h 5946266"/>
              <a:gd name="connsiteX1" fmla="*/ 463865 w 12192000"/>
              <a:gd name="connsiteY1" fmla="*/ 917066 h 5946266"/>
              <a:gd name="connsiteX2" fmla="*/ 919732 w 12192000"/>
              <a:gd name="connsiteY2" fmla="*/ 914400 h 5946266"/>
              <a:gd name="connsiteX3" fmla="*/ 12192000 w 12192000"/>
              <a:gd name="connsiteY3" fmla="*/ 917066 h 5946266"/>
              <a:gd name="connsiteX4" fmla="*/ 12192000 w 12192000"/>
              <a:gd name="connsiteY4" fmla="*/ 5946266 h 5946266"/>
              <a:gd name="connsiteX5" fmla="*/ 0 w 12192000"/>
              <a:gd name="connsiteY5" fmla="*/ 5946266 h 5946266"/>
              <a:gd name="connsiteX6" fmla="*/ 0 w 12192000"/>
              <a:gd name="connsiteY6" fmla="*/ 0 h 5946266"/>
              <a:gd name="connsiteX0" fmla="*/ 0 w 12192000"/>
              <a:gd name="connsiteY0" fmla="*/ 0 h 5946266"/>
              <a:gd name="connsiteX1" fmla="*/ 205273 w 12192000"/>
              <a:gd name="connsiteY1" fmla="*/ 407881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463865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68021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72177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59708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8021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43083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21223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0004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09832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63864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15656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8720 w 12217346"/>
              <a:gd name="connsiteY0" fmla="*/ 0 h 5949345"/>
              <a:gd name="connsiteX1" fmla="*/ 466819 w 12217346"/>
              <a:gd name="connsiteY1" fmla="*/ 0 h 5949345"/>
              <a:gd name="connsiteX2" fmla="*/ 469204 w 12217346"/>
              <a:gd name="connsiteY2" fmla="*/ 454004 h 5949345"/>
              <a:gd name="connsiteX3" fmla="*/ 924376 w 12217346"/>
              <a:gd name="connsiteY3" fmla="*/ 905164 h 5949345"/>
              <a:gd name="connsiteX4" fmla="*/ 12217346 w 12217346"/>
              <a:gd name="connsiteY4" fmla="*/ 903675 h 5949345"/>
              <a:gd name="connsiteX5" fmla="*/ 12216114 w 12217346"/>
              <a:gd name="connsiteY5" fmla="*/ 5949345 h 5949345"/>
              <a:gd name="connsiteX6" fmla="*/ 0 w 12217346"/>
              <a:gd name="connsiteY6" fmla="*/ 5928849 h 5949345"/>
              <a:gd name="connsiteX7" fmla="*/ 8720 w 12217346"/>
              <a:gd name="connsiteY7" fmla="*/ 0 h 5949345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17346" h="5931928">
                <a:moveTo>
                  <a:pt x="8720" y="0"/>
                </a:moveTo>
                <a:lnTo>
                  <a:pt x="466819" y="0"/>
                </a:lnTo>
                <a:cubicBezTo>
                  <a:pt x="466819" y="305689"/>
                  <a:pt x="469816" y="280886"/>
                  <a:pt x="469204" y="454004"/>
                </a:cubicBezTo>
                <a:lnTo>
                  <a:pt x="924376" y="905164"/>
                </a:lnTo>
                <a:lnTo>
                  <a:pt x="12217346" y="903675"/>
                </a:lnTo>
                <a:cubicBezTo>
                  <a:pt x="12216935" y="2583513"/>
                  <a:pt x="12216525" y="4252090"/>
                  <a:pt x="12216114" y="5931928"/>
                </a:cubicBezTo>
                <a:lnTo>
                  <a:pt x="0" y="5928849"/>
                </a:lnTo>
                <a:cubicBezTo>
                  <a:pt x="2907" y="3952566"/>
                  <a:pt x="5813" y="1976283"/>
                  <a:pt x="872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5642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  <p:sp>
        <p:nvSpPr>
          <p:cNvPr id="7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1376365"/>
            <a:ext cx="4921251" cy="4554537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5"/>
            <a:ext cx="4919664" cy="4554537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/>
        <p:txBody>
          <a:bodyPr lIns="72000" r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6737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2295525"/>
            <a:ext cx="4921251" cy="3635376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1" name="Title column 2"/>
          <p:cNvSpPr>
            <a:spLocks noGrp="1"/>
          </p:cNvSpPr>
          <p:nvPr>
            <p:ph type="body" sz="quarter" idx="16"/>
          </p:nvPr>
        </p:nvSpPr>
        <p:spPr>
          <a:xfrm>
            <a:off x="6348413" y="1376363"/>
            <a:ext cx="4921251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2295525"/>
            <a:ext cx="4919664" cy="3635376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tle column 1"/>
          <p:cNvSpPr>
            <a:spLocks noGrp="1"/>
          </p:cNvSpPr>
          <p:nvPr>
            <p:ph type="body" sz="quarter" idx="15"/>
          </p:nvPr>
        </p:nvSpPr>
        <p:spPr>
          <a:xfrm>
            <a:off x="923926" y="1376363"/>
            <a:ext cx="4919663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5103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6" userDrawn="1">
          <p15:clr>
            <a:srgbClr val="FBAE40"/>
          </p15:clr>
        </p15:guide>
        <p15:guide id="2" orient="horz" pos="1446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  <p:sp>
        <p:nvSpPr>
          <p:cNvPr id="10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2"/>
            <a:ext cx="4919664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1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348413" y="914400"/>
            <a:ext cx="5843587" cy="5013734"/>
          </a:xfrm>
          <a:custGeom>
            <a:avLst/>
            <a:gdLst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0 w 5843587"/>
              <a:gd name="connsiteY3" fmla="*/ 5029200 h 5029200"/>
              <a:gd name="connsiteX4" fmla="*/ 0 w 5843587"/>
              <a:gd name="connsiteY4" fmla="*/ 0 h 5029200"/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456677 w 5843587"/>
              <a:gd name="connsiteY3" fmla="*/ 5027843 h 5029200"/>
              <a:gd name="connsiteX4" fmla="*/ 0 w 5843587"/>
              <a:gd name="connsiteY4" fmla="*/ 5029200 h 5029200"/>
              <a:gd name="connsiteX5" fmla="*/ 0 w 5843587"/>
              <a:gd name="connsiteY5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1880 w 5845467"/>
              <a:gd name="connsiteY4" fmla="*/ 5029200 h 5029200"/>
              <a:gd name="connsiteX5" fmla="*/ 0 w 5845467"/>
              <a:gd name="connsiteY5" fmla="*/ 4569287 h 5029200"/>
              <a:gd name="connsiteX6" fmla="*/ 1880 w 5845467"/>
              <a:gd name="connsiteY6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0 w 5845467"/>
              <a:gd name="connsiteY4" fmla="*/ 4569287 h 5029200"/>
              <a:gd name="connsiteX5" fmla="*/ 1880 w 5845467"/>
              <a:gd name="connsiteY5" fmla="*/ 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5467" h="5029200">
                <a:moveTo>
                  <a:pt x="1880" y="0"/>
                </a:moveTo>
                <a:lnTo>
                  <a:pt x="5845467" y="0"/>
                </a:lnTo>
                <a:lnTo>
                  <a:pt x="5845467" y="5029200"/>
                </a:lnTo>
                <a:lnTo>
                  <a:pt x="458557" y="5027843"/>
                </a:lnTo>
                <a:lnTo>
                  <a:pt x="0" y="4569287"/>
                </a:lnTo>
                <a:cubicBezTo>
                  <a:pt x="627" y="3046191"/>
                  <a:pt x="1253" y="1523096"/>
                  <a:pt x="188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49918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89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3"/>
            <a:ext cx="5489575" cy="154463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61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9" name="Content Placeholder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10345739" cy="4554000"/>
          </a:xfrm>
          <a:prstGeom prst="rect">
            <a:avLst/>
          </a:prstGeom>
        </p:spPr>
        <p:txBody>
          <a:bodyPr lIns="93600" rIns="93600"/>
          <a:lstStyle>
            <a:lvl1pPr>
              <a:buClr>
                <a:schemeClr val="tx2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 sz="1600"/>
            </a:lvl4pPr>
            <a:lvl5pPr>
              <a:buClr>
                <a:schemeClr val="tx2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43952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(al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5"/>
            <a:ext cx="5489575" cy="154463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59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64276" y="1410513"/>
            <a:ext cx="5465763" cy="151048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200" kern="1200" dirty="0">
                <a:solidFill>
                  <a:schemeClr val="tx2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4422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8" name="Picture Placeholder"/>
          <p:cNvSpPr>
            <a:spLocks noGrp="1"/>
          </p:cNvSpPr>
          <p:nvPr>
            <p:ph type="pic" sz="quarter" idx="17"/>
          </p:nvPr>
        </p:nvSpPr>
        <p:spPr>
          <a:xfrm>
            <a:off x="-8707" y="0"/>
            <a:ext cx="12200708" cy="5931928"/>
          </a:xfrm>
          <a:custGeom>
            <a:avLst/>
            <a:gdLst>
              <a:gd name="connsiteX0" fmla="*/ 0 w 12192000"/>
              <a:gd name="connsiteY0" fmla="*/ 0 h 5029200"/>
              <a:gd name="connsiteX1" fmla="*/ 12192000 w 12192000"/>
              <a:gd name="connsiteY1" fmla="*/ 0 h 5029200"/>
              <a:gd name="connsiteX2" fmla="*/ 12192000 w 12192000"/>
              <a:gd name="connsiteY2" fmla="*/ 5029200 h 5029200"/>
              <a:gd name="connsiteX3" fmla="*/ 0 w 12192000"/>
              <a:gd name="connsiteY3" fmla="*/ 5029200 h 5029200"/>
              <a:gd name="connsiteX4" fmla="*/ 0 w 12192000"/>
              <a:gd name="connsiteY4" fmla="*/ 0 h 5029200"/>
              <a:gd name="connsiteX0" fmla="*/ 0 w 12192000"/>
              <a:gd name="connsiteY0" fmla="*/ 2666 h 5031866"/>
              <a:gd name="connsiteX1" fmla="*/ 919732 w 12192000"/>
              <a:gd name="connsiteY1" fmla="*/ 0 h 5031866"/>
              <a:gd name="connsiteX2" fmla="*/ 12192000 w 12192000"/>
              <a:gd name="connsiteY2" fmla="*/ 2666 h 5031866"/>
              <a:gd name="connsiteX3" fmla="*/ 12192000 w 12192000"/>
              <a:gd name="connsiteY3" fmla="*/ 5031866 h 5031866"/>
              <a:gd name="connsiteX4" fmla="*/ 0 w 12192000"/>
              <a:gd name="connsiteY4" fmla="*/ 5031866 h 5031866"/>
              <a:gd name="connsiteX5" fmla="*/ 0 w 12192000"/>
              <a:gd name="connsiteY5" fmla="*/ 2666 h 5031866"/>
              <a:gd name="connsiteX0" fmla="*/ 0 w 12192000"/>
              <a:gd name="connsiteY0" fmla="*/ 2666 h 5031866"/>
              <a:gd name="connsiteX1" fmla="*/ 463865 w 12192000"/>
              <a:gd name="connsiteY1" fmla="*/ 2666 h 5031866"/>
              <a:gd name="connsiteX2" fmla="*/ 919732 w 12192000"/>
              <a:gd name="connsiteY2" fmla="*/ 0 h 5031866"/>
              <a:gd name="connsiteX3" fmla="*/ 12192000 w 12192000"/>
              <a:gd name="connsiteY3" fmla="*/ 2666 h 5031866"/>
              <a:gd name="connsiteX4" fmla="*/ 12192000 w 12192000"/>
              <a:gd name="connsiteY4" fmla="*/ 5031866 h 5031866"/>
              <a:gd name="connsiteX5" fmla="*/ 0 w 12192000"/>
              <a:gd name="connsiteY5" fmla="*/ 5031866 h 5031866"/>
              <a:gd name="connsiteX6" fmla="*/ 0 w 12192000"/>
              <a:gd name="connsiteY6" fmla="*/ 2666 h 5031866"/>
              <a:gd name="connsiteX0" fmla="*/ 0 w 12192000"/>
              <a:gd name="connsiteY0" fmla="*/ 0 h 5946266"/>
              <a:gd name="connsiteX1" fmla="*/ 463865 w 12192000"/>
              <a:gd name="connsiteY1" fmla="*/ 917066 h 5946266"/>
              <a:gd name="connsiteX2" fmla="*/ 919732 w 12192000"/>
              <a:gd name="connsiteY2" fmla="*/ 914400 h 5946266"/>
              <a:gd name="connsiteX3" fmla="*/ 12192000 w 12192000"/>
              <a:gd name="connsiteY3" fmla="*/ 917066 h 5946266"/>
              <a:gd name="connsiteX4" fmla="*/ 12192000 w 12192000"/>
              <a:gd name="connsiteY4" fmla="*/ 5946266 h 5946266"/>
              <a:gd name="connsiteX5" fmla="*/ 0 w 12192000"/>
              <a:gd name="connsiteY5" fmla="*/ 5946266 h 5946266"/>
              <a:gd name="connsiteX6" fmla="*/ 0 w 12192000"/>
              <a:gd name="connsiteY6" fmla="*/ 0 h 5946266"/>
              <a:gd name="connsiteX0" fmla="*/ 0 w 12192000"/>
              <a:gd name="connsiteY0" fmla="*/ 0 h 5946266"/>
              <a:gd name="connsiteX1" fmla="*/ 205273 w 12192000"/>
              <a:gd name="connsiteY1" fmla="*/ 407881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463865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68021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72177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59708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8021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43083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21223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0004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09832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63864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15656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8720 w 12217346"/>
              <a:gd name="connsiteY0" fmla="*/ 0 h 5949345"/>
              <a:gd name="connsiteX1" fmla="*/ 466819 w 12217346"/>
              <a:gd name="connsiteY1" fmla="*/ 0 h 5949345"/>
              <a:gd name="connsiteX2" fmla="*/ 469204 w 12217346"/>
              <a:gd name="connsiteY2" fmla="*/ 454004 h 5949345"/>
              <a:gd name="connsiteX3" fmla="*/ 924376 w 12217346"/>
              <a:gd name="connsiteY3" fmla="*/ 905164 h 5949345"/>
              <a:gd name="connsiteX4" fmla="*/ 12217346 w 12217346"/>
              <a:gd name="connsiteY4" fmla="*/ 903675 h 5949345"/>
              <a:gd name="connsiteX5" fmla="*/ 12216114 w 12217346"/>
              <a:gd name="connsiteY5" fmla="*/ 5949345 h 5949345"/>
              <a:gd name="connsiteX6" fmla="*/ 0 w 12217346"/>
              <a:gd name="connsiteY6" fmla="*/ 5928849 h 5949345"/>
              <a:gd name="connsiteX7" fmla="*/ 8720 w 12217346"/>
              <a:gd name="connsiteY7" fmla="*/ 0 h 5949345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17346" h="5931928">
                <a:moveTo>
                  <a:pt x="8720" y="0"/>
                </a:moveTo>
                <a:lnTo>
                  <a:pt x="466819" y="0"/>
                </a:lnTo>
                <a:cubicBezTo>
                  <a:pt x="466819" y="305689"/>
                  <a:pt x="469816" y="280886"/>
                  <a:pt x="469204" y="454004"/>
                </a:cubicBezTo>
                <a:lnTo>
                  <a:pt x="924376" y="905164"/>
                </a:lnTo>
                <a:lnTo>
                  <a:pt x="12217346" y="903675"/>
                </a:lnTo>
                <a:cubicBezTo>
                  <a:pt x="12216935" y="2583513"/>
                  <a:pt x="12216525" y="4252090"/>
                  <a:pt x="12216114" y="5931928"/>
                </a:cubicBezTo>
                <a:lnTo>
                  <a:pt x="0" y="5928849"/>
                </a:lnTo>
                <a:cubicBezTo>
                  <a:pt x="2907" y="3952566"/>
                  <a:pt x="5813" y="1976283"/>
                  <a:pt x="872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0852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1376363"/>
            <a:ext cx="4921251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4919664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/>
        <p:txBody>
          <a:bodyPr lIns="72000" r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  <p:pic>
        <p:nvPicPr>
          <p:cNvPr id="10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52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2295525"/>
            <a:ext cx="4921251" cy="3635376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1" name="Title column 2"/>
          <p:cNvSpPr>
            <a:spLocks noGrp="1"/>
          </p:cNvSpPr>
          <p:nvPr>
            <p:ph type="body" sz="quarter" idx="16"/>
          </p:nvPr>
        </p:nvSpPr>
        <p:spPr>
          <a:xfrm>
            <a:off x="6348413" y="1376363"/>
            <a:ext cx="4921251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2295525"/>
            <a:ext cx="4919664" cy="3635376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tle column 1"/>
          <p:cNvSpPr>
            <a:spLocks noGrp="1"/>
          </p:cNvSpPr>
          <p:nvPr>
            <p:ph type="body" sz="quarter" idx="15"/>
          </p:nvPr>
        </p:nvSpPr>
        <p:spPr>
          <a:xfrm>
            <a:off x="923926" y="1376363"/>
            <a:ext cx="4919663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984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6" userDrawn="1">
          <p15:clr>
            <a:srgbClr val="FBAE40"/>
          </p15:clr>
        </p15:guide>
        <p15:guide id="2" orient="horz" pos="1446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10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2"/>
            <a:ext cx="4919664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2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348413" y="914400"/>
            <a:ext cx="5843587" cy="5013734"/>
          </a:xfrm>
          <a:custGeom>
            <a:avLst/>
            <a:gdLst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0 w 5843587"/>
              <a:gd name="connsiteY3" fmla="*/ 5029200 h 5029200"/>
              <a:gd name="connsiteX4" fmla="*/ 0 w 5843587"/>
              <a:gd name="connsiteY4" fmla="*/ 0 h 5029200"/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456677 w 5843587"/>
              <a:gd name="connsiteY3" fmla="*/ 5027843 h 5029200"/>
              <a:gd name="connsiteX4" fmla="*/ 0 w 5843587"/>
              <a:gd name="connsiteY4" fmla="*/ 5029200 h 5029200"/>
              <a:gd name="connsiteX5" fmla="*/ 0 w 5843587"/>
              <a:gd name="connsiteY5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1880 w 5845467"/>
              <a:gd name="connsiteY4" fmla="*/ 5029200 h 5029200"/>
              <a:gd name="connsiteX5" fmla="*/ 0 w 5845467"/>
              <a:gd name="connsiteY5" fmla="*/ 4569287 h 5029200"/>
              <a:gd name="connsiteX6" fmla="*/ 1880 w 5845467"/>
              <a:gd name="connsiteY6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0 w 5845467"/>
              <a:gd name="connsiteY4" fmla="*/ 4569287 h 5029200"/>
              <a:gd name="connsiteX5" fmla="*/ 1880 w 5845467"/>
              <a:gd name="connsiteY5" fmla="*/ 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5467" h="5029200">
                <a:moveTo>
                  <a:pt x="1880" y="0"/>
                </a:moveTo>
                <a:lnTo>
                  <a:pt x="5845467" y="0"/>
                </a:lnTo>
                <a:lnTo>
                  <a:pt x="5845467" y="5029200"/>
                </a:lnTo>
                <a:lnTo>
                  <a:pt x="458557" y="5027843"/>
                </a:lnTo>
                <a:lnTo>
                  <a:pt x="0" y="4569287"/>
                </a:lnTo>
                <a:cubicBezTo>
                  <a:pt x="627" y="3046191"/>
                  <a:pt x="1253" y="1523096"/>
                  <a:pt x="188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64072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349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3"/>
            <a:ext cx="5489575" cy="154463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436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9" name="Content Placeholder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10345739" cy="4554000"/>
          </a:xfrm>
          <a:prstGeom prst="rect">
            <a:avLst/>
          </a:prstGeom>
        </p:spPr>
        <p:txBody>
          <a:bodyPr lIns="93600" rIns="93600"/>
          <a:lstStyle>
            <a:lvl1pPr>
              <a:buClr>
                <a:schemeClr val="tx2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 sz="1600"/>
            </a:lvl4pPr>
            <a:lvl5pPr>
              <a:buClr>
                <a:schemeClr val="tx2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9283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(al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5"/>
            <a:ext cx="5489575" cy="154463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90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64276" y="1410513"/>
            <a:ext cx="5465763" cy="151048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200" kern="1200" dirty="0">
                <a:solidFill>
                  <a:schemeClr val="tx2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9205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8" name="Picture Placeholder"/>
          <p:cNvSpPr>
            <a:spLocks noGrp="1"/>
          </p:cNvSpPr>
          <p:nvPr>
            <p:ph type="pic" sz="quarter" idx="17"/>
          </p:nvPr>
        </p:nvSpPr>
        <p:spPr>
          <a:xfrm>
            <a:off x="-8707" y="0"/>
            <a:ext cx="12200708" cy="5931928"/>
          </a:xfrm>
          <a:custGeom>
            <a:avLst/>
            <a:gdLst>
              <a:gd name="connsiteX0" fmla="*/ 0 w 12192000"/>
              <a:gd name="connsiteY0" fmla="*/ 0 h 5029200"/>
              <a:gd name="connsiteX1" fmla="*/ 12192000 w 12192000"/>
              <a:gd name="connsiteY1" fmla="*/ 0 h 5029200"/>
              <a:gd name="connsiteX2" fmla="*/ 12192000 w 12192000"/>
              <a:gd name="connsiteY2" fmla="*/ 5029200 h 5029200"/>
              <a:gd name="connsiteX3" fmla="*/ 0 w 12192000"/>
              <a:gd name="connsiteY3" fmla="*/ 5029200 h 5029200"/>
              <a:gd name="connsiteX4" fmla="*/ 0 w 12192000"/>
              <a:gd name="connsiteY4" fmla="*/ 0 h 5029200"/>
              <a:gd name="connsiteX0" fmla="*/ 0 w 12192000"/>
              <a:gd name="connsiteY0" fmla="*/ 2666 h 5031866"/>
              <a:gd name="connsiteX1" fmla="*/ 919732 w 12192000"/>
              <a:gd name="connsiteY1" fmla="*/ 0 h 5031866"/>
              <a:gd name="connsiteX2" fmla="*/ 12192000 w 12192000"/>
              <a:gd name="connsiteY2" fmla="*/ 2666 h 5031866"/>
              <a:gd name="connsiteX3" fmla="*/ 12192000 w 12192000"/>
              <a:gd name="connsiteY3" fmla="*/ 5031866 h 5031866"/>
              <a:gd name="connsiteX4" fmla="*/ 0 w 12192000"/>
              <a:gd name="connsiteY4" fmla="*/ 5031866 h 5031866"/>
              <a:gd name="connsiteX5" fmla="*/ 0 w 12192000"/>
              <a:gd name="connsiteY5" fmla="*/ 2666 h 5031866"/>
              <a:gd name="connsiteX0" fmla="*/ 0 w 12192000"/>
              <a:gd name="connsiteY0" fmla="*/ 2666 h 5031866"/>
              <a:gd name="connsiteX1" fmla="*/ 463865 w 12192000"/>
              <a:gd name="connsiteY1" fmla="*/ 2666 h 5031866"/>
              <a:gd name="connsiteX2" fmla="*/ 919732 w 12192000"/>
              <a:gd name="connsiteY2" fmla="*/ 0 h 5031866"/>
              <a:gd name="connsiteX3" fmla="*/ 12192000 w 12192000"/>
              <a:gd name="connsiteY3" fmla="*/ 2666 h 5031866"/>
              <a:gd name="connsiteX4" fmla="*/ 12192000 w 12192000"/>
              <a:gd name="connsiteY4" fmla="*/ 5031866 h 5031866"/>
              <a:gd name="connsiteX5" fmla="*/ 0 w 12192000"/>
              <a:gd name="connsiteY5" fmla="*/ 5031866 h 5031866"/>
              <a:gd name="connsiteX6" fmla="*/ 0 w 12192000"/>
              <a:gd name="connsiteY6" fmla="*/ 2666 h 5031866"/>
              <a:gd name="connsiteX0" fmla="*/ 0 w 12192000"/>
              <a:gd name="connsiteY0" fmla="*/ 0 h 5946266"/>
              <a:gd name="connsiteX1" fmla="*/ 463865 w 12192000"/>
              <a:gd name="connsiteY1" fmla="*/ 917066 h 5946266"/>
              <a:gd name="connsiteX2" fmla="*/ 919732 w 12192000"/>
              <a:gd name="connsiteY2" fmla="*/ 914400 h 5946266"/>
              <a:gd name="connsiteX3" fmla="*/ 12192000 w 12192000"/>
              <a:gd name="connsiteY3" fmla="*/ 917066 h 5946266"/>
              <a:gd name="connsiteX4" fmla="*/ 12192000 w 12192000"/>
              <a:gd name="connsiteY4" fmla="*/ 5946266 h 5946266"/>
              <a:gd name="connsiteX5" fmla="*/ 0 w 12192000"/>
              <a:gd name="connsiteY5" fmla="*/ 5946266 h 5946266"/>
              <a:gd name="connsiteX6" fmla="*/ 0 w 12192000"/>
              <a:gd name="connsiteY6" fmla="*/ 0 h 5946266"/>
              <a:gd name="connsiteX0" fmla="*/ 0 w 12192000"/>
              <a:gd name="connsiteY0" fmla="*/ 0 h 5946266"/>
              <a:gd name="connsiteX1" fmla="*/ 205273 w 12192000"/>
              <a:gd name="connsiteY1" fmla="*/ 407881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463865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68021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72177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59708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8021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43083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21223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0004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09832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63864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15656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8720 w 12217346"/>
              <a:gd name="connsiteY0" fmla="*/ 0 h 5949345"/>
              <a:gd name="connsiteX1" fmla="*/ 466819 w 12217346"/>
              <a:gd name="connsiteY1" fmla="*/ 0 h 5949345"/>
              <a:gd name="connsiteX2" fmla="*/ 469204 w 12217346"/>
              <a:gd name="connsiteY2" fmla="*/ 454004 h 5949345"/>
              <a:gd name="connsiteX3" fmla="*/ 924376 w 12217346"/>
              <a:gd name="connsiteY3" fmla="*/ 905164 h 5949345"/>
              <a:gd name="connsiteX4" fmla="*/ 12217346 w 12217346"/>
              <a:gd name="connsiteY4" fmla="*/ 903675 h 5949345"/>
              <a:gd name="connsiteX5" fmla="*/ 12216114 w 12217346"/>
              <a:gd name="connsiteY5" fmla="*/ 5949345 h 5949345"/>
              <a:gd name="connsiteX6" fmla="*/ 0 w 12217346"/>
              <a:gd name="connsiteY6" fmla="*/ 5928849 h 5949345"/>
              <a:gd name="connsiteX7" fmla="*/ 8720 w 12217346"/>
              <a:gd name="connsiteY7" fmla="*/ 0 h 5949345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17346" h="5931928">
                <a:moveTo>
                  <a:pt x="8720" y="0"/>
                </a:moveTo>
                <a:lnTo>
                  <a:pt x="466819" y="0"/>
                </a:lnTo>
                <a:cubicBezTo>
                  <a:pt x="466819" y="305689"/>
                  <a:pt x="469816" y="280886"/>
                  <a:pt x="469204" y="454004"/>
                </a:cubicBezTo>
                <a:lnTo>
                  <a:pt x="924376" y="905164"/>
                </a:lnTo>
                <a:lnTo>
                  <a:pt x="12217346" y="903675"/>
                </a:lnTo>
                <a:cubicBezTo>
                  <a:pt x="12216935" y="2583513"/>
                  <a:pt x="12216525" y="4252090"/>
                  <a:pt x="12216114" y="5931928"/>
                </a:cubicBezTo>
                <a:lnTo>
                  <a:pt x="0" y="5928849"/>
                </a:lnTo>
                <a:cubicBezTo>
                  <a:pt x="2907" y="3952566"/>
                  <a:pt x="5813" y="1976283"/>
                  <a:pt x="872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68790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7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1376363"/>
            <a:ext cx="4921251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4" y="1376363"/>
            <a:ext cx="4919664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/>
        <p:txBody>
          <a:bodyPr lIns="72000" r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35196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2295525"/>
            <a:ext cx="4921251" cy="3636964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1" name="Title column 2"/>
          <p:cNvSpPr>
            <a:spLocks noGrp="1"/>
          </p:cNvSpPr>
          <p:nvPr>
            <p:ph type="body" sz="quarter" idx="16"/>
          </p:nvPr>
        </p:nvSpPr>
        <p:spPr>
          <a:xfrm>
            <a:off x="6348413" y="1376363"/>
            <a:ext cx="4921251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2295525"/>
            <a:ext cx="4919664" cy="3636964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tle column 1"/>
          <p:cNvSpPr>
            <a:spLocks noGrp="1"/>
          </p:cNvSpPr>
          <p:nvPr>
            <p:ph type="body" sz="quarter" idx="15"/>
          </p:nvPr>
        </p:nvSpPr>
        <p:spPr>
          <a:xfrm>
            <a:off x="923926" y="1376363"/>
            <a:ext cx="4919663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0280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6" userDrawn="1">
          <p15:clr>
            <a:srgbClr val="FBAE40"/>
          </p15:clr>
        </p15:guide>
        <p15:guide id="2" orient="horz" pos="1446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10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2"/>
            <a:ext cx="4919664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2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348413" y="914400"/>
            <a:ext cx="5843587" cy="5013734"/>
          </a:xfrm>
          <a:custGeom>
            <a:avLst/>
            <a:gdLst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0 w 5843587"/>
              <a:gd name="connsiteY3" fmla="*/ 5029200 h 5029200"/>
              <a:gd name="connsiteX4" fmla="*/ 0 w 5843587"/>
              <a:gd name="connsiteY4" fmla="*/ 0 h 5029200"/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456677 w 5843587"/>
              <a:gd name="connsiteY3" fmla="*/ 5027843 h 5029200"/>
              <a:gd name="connsiteX4" fmla="*/ 0 w 5843587"/>
              <a:gd name="connsiteY4" fmla="*/ 5029200 h 5029200"/>
              <a:gd name="connsiteX5" fmla="*/ 0 w 5843587"/>
              <a:gd name="connsiteY5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1880 w 5845467"/>
              <a:gd name="connsiteY4" fmla="*/ 5029200 h 5029200"/>
              <a:gd name="connsiteX5" fmla="*/ 0 w 5845467"/>
              <a:gd name="connsiteY5" fmla="*/ 4569287 h 5029200"/>
              <a:gd name="connsiteX6" fmla="*/ 1880 w 5845467"/>
              <a:gd name="connsiteY6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0 w 5845467"/>
              <a:gd name="connsiteY4" fmla="*/ 4569287 h 5029200"/>
              <a:gd name="connsiteX5" fmla="*/ 1880 w 5845467"/>
              <a:gd name="connsiteY5" fmla="*/ 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5467" h="5029200">
                <a:moveTo>
                  <a:pt x="1880" y="0"/>
                </a:moveTo>
                <a:lnTo>
                  <a:pt x="5845467" y="0"/>
                </a:lnTo>
                <a:lnTo>
                  <a:pt x="5845467" y="5029200"/>
                </a:lnTo>
                <a:lnTo>
                  <a:pt x="458557" y="5027843"/>
                </a:lnTo>
                <a:lnTo>
                  <a:pt x="0" y="4569287"/>
                </a:lnTo>
                <a:cubicBezTo>
                  <a:pt x="627" y="3046191"/>
                  <a:pt x="1253" y="1523096"/>
                  <a:pt x="188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4876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45" y="-4762"/>
            <a:ext cx="11739556" cy="919161"/>
          </a:xfrm>
          <a:prstGeom prst="rect">
            <a:avLst/>
          </a:prstGeom>
        </p:spPr>
      </p:pic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981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3"/>
            <a:ext cx="5489575" cy="154463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55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  <p:sp>
        <p:nvSpPr>
          <p:cNvPr id="9" name="Content Placeholder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10345739" cy="4554000"/>
          </a:xfrm>
          <a:prstGeom prst="rect">
            <a:avLst/>
          </a:prstGeom>
        </p:spPr>
        <p:txBody>
          <a:bodyPr lIns="93600" rIns="93600"/>
          <a:lstStyle>
            <a:lvl1pPr>
              <a:buClr>
                <a:schemeClr val="tx2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 sz="1600"/>
            </a:lvl4pPr>
            <a:lvl5pPr>
              <a:buClr>
                <a:schemeClr val="tx2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1725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(al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5"/>
            <a:ext cx="5489575" cy="154463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24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64276" y="1410513"/>
            <a:ext cx="5465763" cy="151048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200" kern="1200" dirty="0">
                <a:solidFill>
                  <a:schemeClr val="tx2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5005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9" name="Picture Placeholder"/>
          <p:cNvSpPr>
            <a:spLocks noGrp="1"/>
          </p:cNvSpPr>
          <p:nvPr>
            <p:ph type="pic" sz="quarter" idx="17"/>
          </p:nvPr>
        </p:nvSpPr>
        <p:spPr>
          <a:xfrm>
            <a:off x="-8707" y="0"/>
            <a:ext cx="12200708" cy="5931928"/>
          </a:xfrm>
          <a:custGeom>
            <a:avLst/>
            <a:gdLst>
              <a:gd name="connsiteX0" fmla="*/ 0 w 12192000"/>
              <a:gd name="connsiteY0" fmla="*/ 0 h 5029200"/>
              <a:gd name="connsiteX1" fmla="*/ 12192000 w 12192000"/>
              <a:gd name="connsiteY1" fmla="*/ 0 h 5029200"/>
              <a:gd name="connsiteX2" fmla="*/ 12192000 w 12192000"/>
              <a:gd name="connsiteY2" fmla="*/ 5029200 h 5029200"/>
              <a:gd name="connsiteX3" fmla="*/ 0 w 12192000"/>
              <a:gd name="connsiteY3" fmla="*/ 5029200 h 5029200"/>
              <a:gd name="connsiteX4" fmla="*/ 0 w 12192000"/>
              <a:gd name="connsiteY4" fmla="*/ 0 h 5029200"/>
              <a:gd name="connsiteX0" fmla="*/ 0 w 12192000"/>
              <a:gd name="connsiteY0" fmla="*/ 2666 h 5031866"/>
              <a:gd name="connsiteX1" fmla="*/ 919732 w 12192000"/>
              <a:gd name="connsiteY1" fmla="*/ 0 h 5031866"/>
              <a:gd name="connsiteX2" fmla="*/ 12192000 w 12192000"/>
              <a:gd name="connsiteY2" fmla="*/ 2666 h 5031866"/>
              <a:gd name="connsiteX3" fmla="*/ 12192000 w 12192000"/>
              <a:gd name="connsiteY3" fmla="*/ 5031866 h 5031866"/>
              <a:gd name="connsiteX4" fmla="*/ 0 w 12192000"/>
              <a:gd name="connsiteY4" fmla="*/ 5031866 h 5031866"/>
              <a:gd name="connsiteX5" fmla="*/ 0 w 12192000"/>
              <a:gd name="connsiteY5" fmla="*/ 2666 h 5031866"/>
              <a:gd name="connsiteX0" fmla="*/ 0 w 12192000"/>
              <a:gd name="connsiteY0" fmla="*/ 2666 h 5031866"/>
              <a:gd name="connsiteX1" fmla="*/ 463865 w 12192000"/>
              <a:gd name="connsiteY1" fmla="*/ 2666 h 5031866"/>
              <a:gd name="connsiteX2" fmla="*/ 919732 w 12192000"/>
              <a:gd name="connsiteY2" fmla="*/ 0 h 5031866"/>
              <a:gd name="connsiteX3" fmla="*/ 12192000 w 12192000"/>
              <a:gd name="connsiteY3" fmla="*/ 2666 h 5031866"/>
              <a:gd name="connsiteX4" fmla="*/ 12192000 w 12192000"/>
              <a:gd name="connsiteY4" fmla="*/ 5031866 h 5031866"/>
              <a:gd name="connsiteX5" fmla="*/ 0 w 12192000"/>
              <a:gd name="connsiteY5" fmla="*/ 5031866 h 5031866"/>
              <a:gd name="connsiteX6" fmla="*/ 0 w 12192000"/>
              <a:gd name="connsiteY6" fmla="*/ 2666 h 5031866"/>
              <a:gd name="connsiteX0" fmla="*/ 0 w 12192000"/>
              <a:gd name="connsiteY0" fmla="*/ 0 h 5946266"/>
              <a:gd name="connsiteX1" fmla="*/ 463865 w 12192000"/>
              <a:gd name="connsiteY1" fmla="*/ 917066 h 5946266"/>
              <a:gd name="connsiteX2" fmla="*/ 919732 w 12192000"/>
              <a:gd name="connsiteY2" fmla="*/ 914400 h 5946266"/>
              <a:gd name="connsiteX3" fmla="*/ 12192000 w 12192000"/>
              <a:gd name="connsiteY3" fmla="*/ 917066 h 5946266"/>
              <a:gd name="connsiteX4" fmla="*/ 12192000 w 12192000"/>
              <a:gd name="connsiteY4" fmla="*/ 5946266 h 5946266"/>
              <a:gd name="connsiteX5" fmla="*/ 0 w 12192000"/>
              <a:gd name="connsiteY5" fmla="*/ 5946266 h 5946266"/>
              <a:gd name="connsiteX6" fmla="*/ 0 w 12192000"/>
              <a:gd name="connsiteY6" fmla="*/ 0 h 5946266"/>
              <a:gd name="connsiteX0" fmla="*/ 0 w 12192000"/>
              <a:gd name="connsiteY0" fmla="*/ 0 h 5946266"/>
              <a:gd name="connsiteX1" fmla="*/ 205273 w 12192000"/>
              <a:gd name="connsiteY1" fmla="*/ 407881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463865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68021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72177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59708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8021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43083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21223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0004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09832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63864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15656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8720 w 12217346"/>
              <a:gd name="connsiteY0" fmla="*/ 0 h 5949345"/>
              <a:gd name="connsiteX1" fmla="*/ 466819 w 12217346"/>
              <a:gd name="connsiteY1" fmla="*/ 0 h 5949345"/>
              <a:gd name="connsiteX2" fmla="*/ 469204 w 12217346"/>
              <a:gd name="connsiteY2" fmla="*/ 454004 h 5949345"/>
              <a:gd name="connsiteX3" fmla="*/ 924376 w 12217346"/>
              <a:gd name="connsiteY3" fmla="*/ 905164 h 5949345"/>
              <a:gd name="connsiteX4" fmla="*/ 12217346 w 12217346"/>
              <a:gd name="connsiteY4" fmla="*/ 903675 h 5949345"/>
              <a:gd name="connsiteX5" fmla="*/ 12216114 w 12217346"/>
              <a:gd name="connsiteY5" fmla="*/ 5949345 h 5949345"/>
              <a:gd name="connsiteX6" fmla="*/ 0 w 12217346"/>
              <a:gd name="connsiteY6" fmla="*/ 5928849 h 5949345"/>
              <a:gd name="connsiteX7" fmla="*/ 8720 w 12217346"/>
              <a:gd name="connsiteY7" fmla="*/ 0 h 5949345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17346" h="5931928">
                <a:moveTo>
                  <a:pt x="8720" y="0"/>
                </a:moveTo>
                <a:lnTo>
                  <a:pt x="466819" y="0"/>
                </a:lnTo>
                <a:cubicBezTo>
                  <a:pt x="466819" y="305689"/>
                  <a:pt x="469816" y="280886"/>
                  <a:pt x="469204" y="454004"/>
                </a:cubicBezTo>
                <a:lnTo>
                  <a:pt x="924376" y="905164"/>
                </a:lnTo>
                <a:lnTo>
                  <a:pt x="12217346" y="903675"/>
                </a:lnTo>
                <a:cubicBezTo>
                  <a:pt x="12216935" y="2583513"/>
                  <a:pt x="12216525" y="4252090"/>
                  <a:pt x="12216114" y="5931928"/>
                </a:cubicBezTo>
                <a:lnTo>
                  <a:pt x="0" y="5928849"/>
                </a:lnTo>
                <a:cubicBezTo>
                  <a:pt x="2907" y="3952566"/>
                  <a:pt x="5813" y="1976283"/>
                  <a:pt x="872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61673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  <p:sp>
        <p:nvSpPr>
          <p:cNvPr id="7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1376363"/>
            <a:ext cx="4921251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4919664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/>
        <p:txBody>
          <a:bodyPr lIns="72000" r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1221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2295525"/>
            <a:ext cx="4921251" cy="3636964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1" name="Title column 2"/>
          <p:cNvSpPr>
            <a:spLocks noGrp="1"/>
          </p:cNvSpPr>
          <p:nvPr>
            <p:ph type="body" sz="quarter" idx="16"/>
          </p:nvPr>
        </p:nvSpPr>
        <p:spPr>
          <a:xfrm>
            <a:off x="6348413" y="1376363"/>
            <a:ext cx="4921251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2295525"/>
            <a:ext cx="4919664" cy="3636964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tle column 1"/>
          <p:cNvSpPr>
            <a:spLocks noGrp="1"/>
          </p:cNvSpPr>
          <p:nvPr>
            <p:ph type="body" sz="quarter" idx="15"/>
          </p:nvPr>
        </p:nvSpPr>
        <p:spPr>
          <a:xfrm>
            <a:off x="923926" y="1376363"/>
            <a:ext cx="4919663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5912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6" userDrawn="1">
          <p15:clr>
            <a:srgbClr val="FBAE40"/>
          </p15:clr>
        </p15:guide>
        <p15:guide id="2" orient="horz" pos="1446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  <p:sp>
        <p:nvSpPr>
          <p:cNvPr id="10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4919664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1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348413" y="914400"/>
            <a:ext cx="5843587" cy="5013734"/>
          </a:xfrm>
          <a:custGeom>
            <a:avLst/>
            <a:gdLst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0 w 5843587"/>
              <a:gd name="connsiteY3" fmla="*/ 5029200 h 5029200"/>
              <a:gd name="connsiteX4" fmla="*/ 0 w 5843587"/>
              <a:gd name="connsiteY4" fmla="*/ 0 h 5029200"/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456677 w 5843587"/>
              <a:gd name="connsiteY3" fmla="*/ 5027843 h 5029200"/>
              <a:gd name="connsiteX4" fmla="*/ 0 w 5843587"/>
              <a:gd name="connsiteY4" fmla="*/ 5029200 h 5029200"/>
              <a:gd name="connsiteX5" fmla="*/ 0 w 5843587"/>
              <a:gd name="connsiteY5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1880 w 5845467"/>
              <a:gd name="connsiteY4" fmla="*/ 5029200 h 5029200"/>
              <a:gd name="connsiteX5" fmla="*/ 0 w 5845467"/>
              <a:gd name="connsiteY5" fmla="*/ 4569287 h 5029200"/>
              <a:gd name="connsiteX6" fmla="*/ 1880 w 5845467"/>
              <a:gd name="connsiteY6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0 w 5845467"/>
              <a:gd name="connsiteY4" fmla="*/ 4569287 h 5029200"/>
              <a:gd name="connsiteX5" fmla="*/ 1880 w 5845467"/>
              <a:gd name="connsiteY5" fmla="*/ 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5467" h="5029200">
                <a:moveTo>
                  <a:pt x="1880" y="0"/>
                </a:moveTo>
                <a:lnTo>
                  <a:pt x="5845467" y="0"/>
                </a:lnTo>
                <a:lnTo>
                  <a:pt x="5845467" y="5029200"/>
                </a:lnTo>
                <a:lnTo>
                  <a:pt x="458557" y="5027843"/>
                </a:lnTo>
                <a:lnTo>
                  <a:pt x="0" y="4569287"/>
                </a:lnTo>
                <a:cubicBezTo>
                  <a:pt x="627" y="3046191"/>
                  <a:pt x="1253" y="1523096"/>
                  <a:pt x="188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7749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53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3"/>
            <a:ext cx="5489575" cy="154463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93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0"/>
          </a:xfrm>
          <a:prstGeom prst="rect">
            <a:avLst/>
          </a:prstGeom>
        </p:spPr>
      </p:pic>
      <p:sp>
        <p:nvSpPr>
          <p:cNvPr id="9" name="Content Placeholder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10345739" cy="4554000"/>
          </a:xfrm>
          <a:prstGeom prst="rect">
            <a:avLst/>
          </a:prstGeom>
        </p:spPr>
        <p:txBody>
          <a:bodyPr lIns="93600" rIns="93600"/>
          <a:lstStyle>
            <a:lvl1pPr>
              <a:buClr>
                <a:schemeClr val="tx2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 sz="1600"/>
            </a:lvl4pPr>
            <a:lvl5pPr>
              <a:buClr>
                <a:schemeClr val="tx2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7309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(al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nner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525" y="1376363"/>
            <a:ext cx="6848475" cy="18288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240465" y="2921002"/>
            <a:ext cx="5489575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00" tIns="0" rIns="9360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US" sz="14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57168" lvl="0" indent="-257168" algn="l" defTabSz="342891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40465" y="1376365"/>
            <a:ext cx="5489575" cy="154463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600" kern="1200" dirty="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log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6245" y="6023771"/>
            <a:ext cx="1576388" cy="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954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64276" y="1410513"/>
            <a:ext cx="5465763" cy="151048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  <a:normAutofit/>
          </a:bodyPr>
          <a:lstStyle>
            <a:lvl1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lang="en-US" sz="3200" kern="1200" dirty="0">
                <a:solidFill>
                  <a:schemeClr val="tx2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360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4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0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Date Placeholder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8" name="Picture Placeholder"/>
          <p:cNvSpPr>
            <a:spLocks noGrp="1"/>
          </p:cNvSpPr>
          <p:nvPr>
            <p:ph type="pic" sz="quarter" idx="17"/>
          </p:nvPr>
        </p:nvSpPr>
        <p:spPr>
          <a:xfrm>
            <a:off x="-8707" y="0"/>
            <a:ext cx="12200708" cy="5931928"/>
          </a:xfrm>
          <a:custGeom>
            <a:avLst/>
            <a:gdLst>
              <a:gd name="connsiteX0" fmla="*/ 0 w 12192000"/>
              <a:gd name="connsiteY0" fmla="*/ 0 h 5029200"/>
              <a:gd name="connsiteX1" fmla="*/ 12192000 w 12192000"/>
              <a:gd name="connsiteY1" fmla="*/ 0 h 5029200"/>
              <a:gd name="connsiteX2" fmla="*/ 12192000 w 12192000"/>
              <a:gd name="connsiteY2" fmla="*/ 5029200 h 5029200"/>
              <a:gd name="connsiteX3" fmla="*/ 0 w 12192000"/>
              <a:gd name="connsiteY3" fmla="*/ 5029200 h 5029200"/>
              <a:gd name="connsiteX4" fmla="*/ 0 w 12192000"/>
              <a:gd name="connsiteY4" fmla="*/ 0 h 5029200"/>
              <a:gd name="connsiteX0" fmla="*/ 0 w 12192000"/>
              <a:gd name="connsiteY0" fmla="*/ 2666 h 5031866"/>
              <a:gd name="connsiteX1" fmla="*/ 919732 w 12192000"/>
              <a:gd name="connsiteY1" fmla="*/ 0 h 5031866"/>
              <a:gd name="connsiteX2" fmla="*/ 12192000 w 12192000"/>
              <a:gd name="connsiteY2" fmla="*/ 2666 h 5031866"/>
              <a:gd name="connsiteX3" fmla="*/ 12192000 w 12192000"/>
              <a:gd name="connsiteY3" fmla="*/ 5031866 h 5031866"/>
              <a:gd name="connsiteX4" fmla="*/ 0 w 12192000"/>
              <a:gd name="connsiteY4" fmla="*/ 5031866 h 5031866"/>
              <a:gd name="connsiteX5" fmla="*/ 0 w 12192000"/>
              <a:gd name="connsiteY5" fmla="*/ 2666 h 5031866"/>
              <a:gd name="connsiteX0" fmla="*/ 0 w 12192000"/>
              <a:gd name="connsiteY0" fmla="*/ 2666 h 5031866"/>
              <a:gd name="connsiteX1" fmla="*/ 463865 w 12192000"/>
              <a:gd name="connsiteY1" fmla="*/ 2666 h 5031866"/>
              <a:gd name="connsiteX2" fmla="*/ 919732 w 12192000"/>
              <a:gd name="connsiteY2" fmla="*/ 0 h 5031866"/>
              <a:gd name="connsiteX3" fmla="*/ 12192000 w 12192000"/>
              <a:gd name="connsiteY3" fmla="*/ 2666 h 5031866"/>
              <a:gd name="connsiteX4" fmla="*/ 12192000 w 12192000"/>
              <a:gd name="connsiteY4" fmla="*/ 5031866 h 5031866"/>
              <a:gd name="connsiteX5" fmla="*/ 0 w 12192000"/>
              <a:gd name="connsiteY5" fmla="*/ 5031866 h 5031866"/>
              <a:gd name="connsiteX6" fmla="*/ 0 w 12192000"/>
              <a:gd name="connsiteY6" fmla="*/ 2666 h 5031866"/>
              <a:gd name="connsiteX0" fmla="*/ 0 w 12192000"/>
              <a:gd name="connsiteY0" fmla="*/ 0 h 5946266"/>
              <a:gd name="connsiteX1" fmla="*/ 463865 w 12192000"/>
              <a:gd name="connsiteY1" fmla="*/ 917066 h 5946266"/>
              <a:gd name="connsiteX2" fmla="*/ 919732 w 12192000"/>
              <a:gd name="connsiteY2" fmla="*/ 914400 h 5946266"/>
              <a:gd name="connsiteX3" fmla="*/ 12192000 w 12192000"/>
              <a:gd name="connsiteY3" fmla="*/ 917066 h 5946266"/>
              <a:gd name="connsiteX4" fmla="*/ 12192000 w 12192000"/>
              <a:gd name="connsiteY4" fmla="*/ 5946266 h 5946266"/>
              <a:gd name="connsiteX5" fmla="*/ 0 w 12192000"/>
              <a:gd name="connsiteY5" fmla="*/ 5946266 h 5946266"/>
              <a:gd name="connsiteX6" fmla="*/ 0 w 12192000"/>
              <a:gd name="connsiteY6" fmla="*/ 0 h 5946266"/>
              <a:gd name="connsiteX0" fmla="*/ 0 w 12192000"/>
              <a:gd name="connsiteY0" fmla="*/ 0 h 5946266"/>
              <a:gd name="connsiteX1" fmla="*/ 205273 w 12192000"/>
              <a:gd name="connsiteY1" fmla="*/ 407881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917066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5 w 12192000"/>
              <a:gd name="connsiteY2" fmla="*/ 463865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68021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55552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72177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59708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59708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8021 w 12192000"/>
              <a:gd name="connsiteY2" fmla="*/ 447239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192000"/>
              <a:gd name="connsiteY0" fmla="*/ 0 h 5946266"/>
              <a:gd name="connsiteX1" fmla="*/ 463864 w 12192000"/>
              <a:gd name="connsiteY1" fmla="*/ 0 h 5946266"/>
              <a:gd name="connsiteX2" fmla="*/ 463864 w 12192000"/>
              <a:gd name="connsiteY2" fmla="*/ 443083 h 5946266"/>
              <a:gd name="connsiteX3" fmla="*/ 919732 w 12192000"/>
              <a:gd name="connsiteY3" fmla="*/ 914400 h 5946266"/>
              <a:gd name="connsiteX4" fmla="*/ 12192000 w 12192000"/>
              <a:gd name="connsiteY4" fmla="*/ 917066 h 5946266"/>
              <a:gd name="connsiteX5" fmla="*/ 12192000 w 12192000"/>
              <a:gd name="connsiteY5" fmla="*/ 5946266 h 5946266"/>
              <a:gd name="connsiteX6" fmla="*/ 0 w 12192000"/>
              <a:gd name="connsiteY6" fmla="*/ 5946266 h 5946266"/>
              <a:gd name="connsiteX7" fmla="*/ 0 w 12192000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21223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0004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9732 w 12208626"/>
              <a:gd name="connsiteY3" fmla="*/ 914400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12911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6266"/>
              <a:gd name="connsiteX1" fmla="*/ 463864 w 12208626"/>
              <a:gd name="connsiteY1" fmla="*/ 0 h 5946266"/>
              <a:gd name="connsiteX2" fmla="*/ 463864 w 12208626"/>
              <a:gd name="connsiteY2" fmla="*/ 443083 h 5946266"/>
              <a:gd name="connsiteX3" fmla="*/ 916653 w 12208626"/>
              <a:gd name="connsiteY3" fmla="*/ 908243 h 5946266"/>
              <a:gd name="connsiteX4" fmla="*/ 12208626 w 12208626"/>
              <a:gd name="connsiteY4" fmla="*/ 909832 h 5946266"/>
              <a:gd name="connsiteX5" fmla="*/ 12192000 w 12208626"/>
              <a:gd name="connsiteY5" fmla="*/ 5946266 h 5946266"/>
              <a:gd name="connsiteX6" fmla="*/ 0 w 12208626"/>
              <a:gd name="connsiteY6" fmla="*/ 5946266 h 5946266"/>
              <a:gd name="connsiteX7" fmla="*/ 0 w 12208626"/>
              <a:gd name="connsiteY7" fmla="*/ 0 h 5946266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63864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3864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3083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16653 w 12208626"/>
              <a:gd name="connsiteY3" fmla="*/ 908243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9832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70021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70022 w 12208626"/>
              <a:gd name="connsiteY2" fmla="*/ 449241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67637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2868 w 12208626"/>
              <a:gd name="connsiteY2" fmla="*/ 456385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22810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0 w 12208626"/>
              <a:gd name="connsiteY0" fmla="*/ 0 h 5949345"/>
              <a:gd name="connsiteX1" fmla="*/ 458099 w 12208626"/>
              <a:gd name="connsiteY1" fmla="*/ 0 h 5949345"/>
              <a:gd name="connsiteX2" fmla="*/ 460484 w 12208626"/>
              <a:gd name="connsiteY2" fmla="*/ 454004 h 5949345"/>
              <a:gd name="connsiteX3" fmla="*/ 915656 w 12208626"/>
              <a:gd name="connsiteY3" fmla="*/ 905164 h 5949345"/>
              <a:gd name="connsiteX4" fmla="*/ 12208626 w 12208626"/>
              <a:gd name="connsiteY4" fmla="*/ 903675 h 5949345"/>
              <a:gd name="connsiteX5" fmla="*/ 12207394 w 12208626"/>
              <a:gd name="connsiteY5" fmla="*/ 5949345 h 5949345"/>
              <a:gd name="connsiteX6" fmla="*/ 0 w 12208626"/>
              <a:gd name="connsiteY6" fmla="*/ 5946266 h 5949345"/>
              <a:gd name="connsiteX7" fmla="*/ 0 w 12208626"/>
              <a:gd name="connsiteY7" fmla="*/ 0 h 5949345"/>
              <a:gd name="connsiteX0" fmla="*/ 8720 w 12217346"/>
              <a:gd name="connsiteY0" fmla="*/ 0 h 5949345"/>
              <a:gd name="connsiteX1" fmla="*/ 466819 w 12217346"/>
              <a:gd name="connsiteY1" fmla="*/ 0 h 5949345"/>
              <a:gd name="connsiteX2" fmla="*/ 469204 w 12217346"/>
              <a:gd name="connsiteY2" fmla="*/ 454004 h 5949345"/>
              <a:gd name="connsiteX3" fmla="*/ 924376 w 12217346"/>
              <a:gd name="connsiteY3" fmla="*/ 905164 h 5949345"/>
              <a:gd name="connsiteX4" fmla="*/ 12217346 w 12217346"/>
              <a:gd name="connsiteY4" fmla="*/ 903675 h 5949345"/>
              <a:gd name="connsiteX5" fmla="*/ 12216114 w 12217346"/>
              <a:gd name="connsiteY5" fmla="*/ 5949345 h 5949345"/>
              <a:gd name="connsiteX6" fmla="*/ 0 w 12217346"/>
              <a:gd name="connsiteY6" fmla="*/ 5928849 h 5949345"/>
              <a:gd name="connsiteX7" fmla="*/ 8720 w 12217346"/>
              <a:gd name="connsiteY7" fmla="*/ 0 h 5949345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  <a:gd name="connsiteX0" fmla="*/ 8720 w 12217346"/>
              <a:gd name="connsiteY0" fmla="*/ 0 h 5931928"/>
              <a:gd name="connsiteX1" fmla="*/ 466819 w 12217346"/>
              <a:gd name="connsiteY1" fmla="*/ 0 h 5931928"/>
              <a:gd name="connsiteX2" fmla="*/ 469204 w 12217346"/>
              <a:gd name="connsiteY2" fmla="*/ 454004 h 5931928"/>
              <a:gd name="connsiteX3" fmla="*/ 924376 w 12217346"/>
              <a:gd name="connsiteY3" fmla="*/ 905164 h 5931928"/>
              <a:gd name="connsiteX4" fmla="*/ 12217346 w 12217346"/>
              <a:gd name="connsiteY4" fmla="*/ 903675 h 5931928"/>
              <a:gd name="connsiteX5" fmla="*/ 12216114 w 12217346"/>
              <a:gd name="connsiteY5" fmla="*/ 5931928 h 5931928"/>
              <a:gd name="connsiteX6" fmla="*/ 0 w 12217346"/>
              <a:gd name="connsiteY6" fmla="*/ 5928849 h 5931928"/>
              <a:gd name="connsiteX7" fmla="*/ 8720 w 12217346"/>
              <a:gd name="connsiteY7" fmla="*/ 0 h 593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17346" h="5931928">
                <a:moveTo>
                  <a:pt x="8720" y="0"/>
                </a:moveTo>
                <a:lnTo>
                  <a:pt x="466819" y="0"/>
                </a:lnTo>
                <a:cubicBezTo>
                  <a:pt x="466819" y="305689"/>
                  <a:pt x="469816" y="280886"/>
                  <a:pt x="469204" y="454004"/>
                </a:cubicBezTo>
                <a:lnTo>
                  <a:pt x="924376" y="905164"/>
                </a:lnTo>
                <a:lnTo>
                  <a:pt x="12217346" y="903675"/>
                </a:lnTo>
                <a:cubicBezTo>
                  <a:pt x="12216935" y="2583513"/>
                  <a:pt x="12216525" y="4252090"/>
                  <a:pt x="12216114" y="5931928"/>
                </a:cubicBezTo>
                <a:lnTo>
                  <a:pt x="0" y="5928849"/>
                </a:lnTo>
                <a:cubicBezTo>
                  <a:pt x="2907" y="3952566"/>
                  <a:pt x="5813" y="1976283"/>
                  <a:pt x="872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423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0"/>
          </a:xfrm>
          <a:prstGeom prst="rect">
            <a:avLst/>
          </a:prstGeom>
        </p:spPr>
      </p:pic>
      <p:sp>
        <p:nvSpPr>
          <p:cNvPr id="7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1376363"/>
            <a:ext cx="4921251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4919664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/>
        <p:txBody>
          <a:bodyPr lIns="72000" rIns="72000"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83818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0"/>
          </a:xfrm>
          <a:prstGeom prst="rect">
            <a:avLst/>
          </a:prstGeom>
        </p:spPr>
      </p:pic>
      <p:sp>
        <p:nvSpPr>
          <p:cNvPr id="13" name="Slide Number Placeholder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lumn 2"/>
          <p:cNvSpPr>
            <a:spLocks noGrp="1"/>
          </p:cNvSpPr>
          <p:nvPr>
            <p:ph sz="quarter" idx="14"/>
          </p:nvPr>
        </p:nvSpPr>
        <p:spPr>
          <a:xfrm>
            <a:off x="6348413" y="2295524"/>
            <a:ext cx="4921251" cy="3636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1" name="Title column 2"/>
          <p:cNvSpPr>
            <a:spLocks noGrp="1"/>
          </p:cNvSpPr>
          <p:nvPr>
            <p:ph type="body" sz="quarter" idx="16"/>
          </p:nvPr>
        </p:nvSpPr>
        <p:spPr>
          <a:xfrm>
            <a:off x="6348413" y="1376363"/>
            <a:ext cx="4921251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2295524"/>
            <a:ext cx="4919664" cy="3636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tle column 1"/>
          <p:cNvSpPr>
            <a:spLocks noGrp="1"/>
          </p:cNvSpPr>
          <p:nvPr>
            <p:ph type="body" sz="quarter" idx="15"/>
          </p:nvPr>
        </p:nvSpPr>
        <p:spPr>
          <a:xfrm>
            <a:off x="923926" y="1376363"/>
            <a:ext cx="4919663" cy="745558"/>
          </a:xfrm>
        </p:spPr>
        <p:txBody>
          <a:bodyPr lIns="93600" rIns="93600"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4203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6" userDrawn="1">
          <p15:clr>
            <a:srgbClr val="FBAE40"/>
          </p15:clr>
        </p15:guide>
        <p15:guide id="2" orient="horz" pos="1446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0"/>
          </a:xfrm>
          <a:prstGeom prst="rect">
            <a:avLst/>
          </a:prstGeom>
        </p:spPr>
      </p:pic>
      <p:sp>
        <p:nvSpPr>
          <p:cNvPr id="10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Column 1"/>
          <p:cNvSpPr>
            <a:spLocks noGrp="1"/>
          </p:cNvSpPr>
          <p:nvPr>
            <p:ph sz="quarter" idx="13"/>
          </p:nvPr>
        </p:nvSpPr>
        <p:spPr>
          <a:xfrm>
            <a:off x="923925" y="1376363"/>
            <a:ext cx="4919664" cy="4554000"/>
          </a:xfrm>
          <a:prstGeom prst="rect">
            <a:avLst/>
          </a:prstGeo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 sz="1600"/>
            </a:lvl4pPr>
            <a:lvl5pPr>
              <a:buClrTx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2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348413" y="914400"/>
            <a:ext cx="5843587" cy="5013734"/>
          </a:xfrm>
          <a:custGeom>
            <a:avLst/>
            <a:gdLst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0 w 5843587"/>
              <a:gd name="connsiteY3" fmla="*/ 5029200 h 5029200"/>
              <a:gd name="connsiteX4" fmla="*/ 0 w 5843587"/>
              <a:gd name="connsiteY4" fmla="*/ 0 h 5029200"/>
              <a:gd name="connsiteX0" fmla="*/ 0 w 5843587"/>
              <a:gd name="connsiteY0" fmla="*/ 0 h 5029200"/>
              <a:gd name="connsiteX1" fmla="*/ 5843587 w 5843587"/>
              <a:gd name="connsiteY1" fmla="*/ 0 h 5029200"/>
              <a:gd name="connsiteX2" fmla="*/ 5843587 w 5843587"/>
              <a:gd name="connsiteY2" fmla="*/ 5029200 h 5029200"/>
              <a:gd name="connsiteX3" fmla="*/ 456677 w 5843587"/>
              <a:gd name="connsiteY3" fmla="*/ 5027843 h 5029200"/>
              <a:gd name="connsiteX4" fmla="*/ 0 w 5843587"/>
              <a:gd name="connsiteY4" fmla="*/ 5029200 h 5029200"/>
              <a:gd name="connsiteX5" fmla="*/ 0 w 5843587"/>
              <a:gd name="connsiteY5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1880 w 5845467"/>
              <a:gd name="connsiteY4" fmla="*/ 5029200 h 5029200"/>
              <a:gd name="connsiteX5" fmla="*/ 0 w 5845467"/>
              <a:gd name="connsiteY5" fmla="*/ 4569287 h 5029200"/>
              <a:gd name="connsiteX6" fmla="*/ 1880 w 5845467"/>
              <a:gd name="connsiteY6" fmla="*/ 0 h 5029200"/>
              <a:gd name="connsiteX0" fmla="*/ 1880 w 5845467"/>
              <a:gd name="connsiteY0" fmla="*/ 0 h 5029200"/>
              <a:gd name="connsiteX1" fmla="*/ 5845467 w 5845467"/>
              <a:gd name="connsiteY1" fmla="*/ 0 h 5029200"/>
              <a:gd name="connsiteX2" fmla="*/ 5845467 w 5845467"/>
              <a:gd name="connsiteY2" fmla="*/ 5029200 h 5029200"/>
              <a:gd name="connsiteX3" fmla="*/ 458557 w 5845467"/>
              <a:gd name="connsiteY3" fmla="*/ 5027843 h 5029200"/>
              <a:gd name="connsiteX4" fmla="*/ 0 w 5845467"/>
              <a:gd name="connsiteY4" fmla="*/ 4569287 h 5029200"/>
              <a:gd name="connsiteX5" fmla="*/ 1880 w 5845467"/>
              <a:gd name="connsiteY5" fmla="*/ 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5467" h="5029200">
                <a:moveTo>
                  <a:pt x="1880" y="0"/>
                </a:moveTo>
                <a:lnTo>
                  <a:pt x="5845467" y="0"/>
                </a:lnTo>
                <a:lnTo>
                  <a:pt x="5845467" y="5029200"/>
                </a:lnTo>
                <a:lnTo>
                  <a:pt x="458557" y="5027843"/>
                </a:lnTo>
                <a:lnTo>
                  <a:pt x="0" y="4569287"/>
                </a:lnTo>
                <a:cubicBezTo>
                  <a:pt x="627" y="3046191"/>
                  <a:pt x="1253" y="1523096"/>
                  <a:pt x="1880" y="0"/>
                </a:cubicBezTo>
                <a:close/>
              </a:path>
            </a:pathLst>
          </a:cu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5611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8" name="Title bar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51" y="-4762"/>
            <a:ext cx="11739543" cy="91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89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2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4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43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2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61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erospace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" y="5940000"/>
            <a:ext cx="12240008" cy="918000"/>
          </a:xfrm>
          <a:prstGeom prst="rect">
            <a:avLst/>
          </a:prstGeom>
        </p:spPr>
      </p:pic>
      <p:sp>
        <p:nvSpPr>
          <p:cNvPr id="4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1344276" y="6210982"/>
            <a:ext cx="385763" cy="365125"/>
          </a:xfrm>
          <a:prstGeom prst="rect">
            <a:avLst/>
          </a:prstGeom>
        </p:spPr>
        <p:txBody>
          <a:bodyPr vert="horz" lIns="36000" tIns="45720" rIns="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020343C-3E03-4DA7-B599-6344F3B10A5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Date Placeholder"/>
          <p:cNvSpPr>
            <a:spLocks noGrp="1"/>
          </p:cNvSpPr>
          <p:nvPr>
            <p:ph type="dt" sz="half" idx="2"/>
          </p:nvPr>
        </p:nvSpPr>
        <p:spPr>
          <a:xfrm>
            <a:off x="8816975" y="6210983"/>
            <a:ext cx="2452688" cy="365125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0893A54-4496-4590-8063-7BFF3CF2997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3"/>
          </p:nvPr>
        </p:nvSpPr>
        <p:spPr>
          <a:xfrm>
            <a:off x="6361114" y="6210983"/>
            <a:ext cx="2459037" cy="365125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 vert="horz" lIns="10800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"/>
          <p:cNvSpPr>
            <a:spLocks noGrp="1"/>
          </p:cNvSpPr>
          <p:nvPr>
            <p:ph type="body" idx="1"/>
          </p:nvPr>
        </p:nvSpPr>
        <p:spPr>
          <a:xfrm>
            <a:off x="923926" y="1376363"/>
            <a:ext cx="10345737" cy="4552724"/>
          </a:xfrm>
          <a:prstGeom prst="rect">
            <a:avLst/>
          </a:prstGeom>
        </p:spPr>
        <p:txBody>
          <a:bodyPr vert="horz" lIns="93600" tIns="0" rIns="9360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026" name="Title Placeholder"/>
          <p:cNvSpPr>
            <a:spLocks noGrp="1"/>
          </p:cNvSpPr>
          <p:nvPr>
            <p:ph type="title"/>
          </p:nvPr>
        </p:nvSpPr>
        <p:spPr bwMode="auto">
          <a:xfrm>
            <a:off x="923925" y="0"/>
            <a:ext cx="10345739" cy="8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688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34289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2pPr>
      <a:lvl3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3pPr>
      <a:lvl4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4pPr>
      <a:lvl5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5pPr>
      <a:lvl6pPr marL="342891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6pPr>
      <a:lvl7pPr marL="685783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7pPr>
      <a:lvl8pPr marL="1028674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8pPr>
      <a:lvl9pPr marL="1371566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9pPr>
    </p:titleStyle>
    <p:bodyStyle>
      <a:lvl1pPr marL="257168" indent="-25716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4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marL="557199" indent="-21430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0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2pPr>
      <a:lvl3pPr marL="857229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3pPr>
      <a:lvl4pPr marL="1200121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4pPr>
      <a:lvl5pPr marL="1543012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»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" userDrawn="1">
          <p15:clr>
            <a:srgbClr val="F26B43"/>
          </p15:clr>
        </p15:guide>
        <p15:guide id="2" pos="7099" userDrawn="1">
          <p15:clr>
            <a:srgbClr val="F26B43"/>
          </p15:clr>
        </p15:guide>
        <p15:guide id="3" orient="horz" pos="576" userDrawn="1">
          <p15:clr>
            <a:srgbClr val="F26B43"/>
          </p15:clr>
        </p15:guide>
        <p15:guide id="4" orient="horz" pos="867" userDrawn="1">
          <p15:clr>
            <a:srgbClr val="F26B43"/>
          </p15:clr>
        </p15:guide>
        <p15:guide id="5" orient="horz" pos="3737" userDrawn="1">
          <p15:clr>
            <a:srgbClr val="F26B43"/>
          </p15:clr>
        </p15:guide>
        <p15:guide id="6" pos="3999" userDrawn="1">
          <p15:clr>
            <a:srgbClr val="F26B43"/>
          </p15:clr>
        </p15:guide>
        <p15:guide id="7" pos="3681" userDrawn="1">
          <p15:clr>
            <a:srgbClr val="F26B43"/>
          </p15:clr>
        </p15:guide>
        <p15:guide id="8" orient="horz" pos="4030" userDrawn="1">
          <p15:clr>
            <a:srgbClr val="F26B43"/>
          </p15:clr>
        </p15:guide>
        <p15:guide id="9" pos="5548" userDrawn="1">
          <p15:clr>
            <a:srgbClr val="F26B43"/>
          </p15:clr>
        </p15:guide>
        <p15:guide id="10" pos="583" userDrawn="1">
          <p15:clr>
            <a:srgbClr val="F26B43"/>
          </p15:clr>
        </p15:guide>
        <p15:guide id="11" pos="738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erospace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" y="5940000"/>
            <a:ext cx="12240008" cy="918000"/>
          </a:xfrm>
          <a:prstGeom prst="rect">
            <a:avLst/>
          </a:prstGeom>
        </p:spPr>
      </p:pic>
      <p:sp>
        <p:nvSpPr>
          <p:cNvPr id="4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1344276" y="6210982"/>
            <a:ext cx="385763" cy="365125"/>
          </a:xfrm>
          <a:prstGeom prst="rect">
            <a:avLst/>
          </a:prstGeom>
        </p:spPr>
        <p:txBody>
          <a:bodyPr vert="horz" lIns="36000" tIns="45720" rIns="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Date Placeholder"/>
          <p:cNvSpPr>
            <a:spLocks noGrp="1"/>
          </p:cNvSpPr>
          <p:nvPr>
            <p:ph type="dt" sz="half" idx="2"/>
          </p:nvPr>
        </p:nvSpPr>
        <p:spPr>
          <a:xfrm>
            <a:off x="8816975" y="6210983"/>
            <a:ext cx="2452688" cy="365125"/>
          </a:xfrm>
          <a:prstGeom prst="rect">
            <a:avLst/>
          </a:prstGeom>
          <a:blipFill rotWithShape="1">
            <a:blip r:embed="rId14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3"/>
          </p:nvPr>
        </p:nvSpPr>
        <p:spPr>
          <a:xfrm>
            <a:off x="6361114" y="6210983"/>
            <a:ext cx="2459037" cy="365125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</p:spPr>
        <p:txBody>
          <a:bodyPr vert="horz" lIns="10800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ext Placeholder"/>
          <p:cNvSpPr>
            <a:spLocks noGrp="1"/>
          </p:cNvSpPr>
          <p:nvPr>
            <p:ph type="body" idx="1"/>
          </p:nvPr>
        </p:nvSpPr>
        <p:spPr>
          <a:xfrm>
            <a:off x="923926" y="1376363"/>
            <a:ext cx="10345737" cy="4552724"/>
          </a:xfrm>
          <a:prstGeom prst="rect">
            <a:avLst/>
          </a:prstGeom>
        </p:spPr>
        <p:txBody>
          <a:bodyPr vert="horz" lIns="93600" tIns="0" rIns="9360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026" name="Title Placeholder"/>
          <p:cNvSpPr>
            <a:spLocks noGrp="1"/>
          </p:cNvSpPr>
          <p:nvPr>
            <p:ph type="title"/>
          </p:nvPr>
        </p:nvSpPr>
        <p:spPr bwMode="auto">
          <a:xfrm>
            <a:off x="923925" y="0"/>
            <a:ext cx="10345739" cy="8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74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731" r:id="rId10"/>
    <p:sldLayoutId id="2147483733" r:id="rId11"/>
  </p:sldLayoutIdLst>
  <p:hf sldNum="0" hdr="0" ftr="0" dt="0"/>
  <p:txStyles>
    <p:titleStyle>
      <a:lvl1pPr algn="l" defTabSz="34289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2pPr>
      <a:lvl3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3pPr>
      <a:lvl4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4pPr>
      <a:lvl5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5pPr>
      <a:lvl6pPr marL="342891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6pPr>
      <a:lvl7pPr marL="685783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7pPr>
      <a:lvl8pPr marL="1028674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8pPr>
      <a:lvl9pPr marL="1371566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9pPr>
    </p:titleStyle>
    <p:bodyStyle>
      <a:lvl1pPr marL="257168" indent="-25716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4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marL="557199" indent="-21430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0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2pPr>
      <a:lvl3pPr marL="857229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3pPr>
      <a:lvl4pPr marL="1200121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4pPr>
      <a:lvl5pPr marL="1543012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»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" userDrawn="1">
          <p15:clr>
            <a:srgbClr val="F26B43"/>
          </p15:clr>
        </p15:guide>
        <p15:guide id="2" pos="7099" userDrawn="1">
          <p15:clr>
            <a:srgbClr val="F26B43"/>
          </p15:clr>
        </p15:guide>
        <p15:guide id="3" orient="horz" pos="576" userDrawn="1">
          <p15:clr>
            <a:srgbClr val="F26B43"/>
          </p15:clr>
        </p15:guide>
        <p15:guide id="4" orient="horz" pos="867" userDrawn="1">
          <p15:clr>
            <a:srgbClr val="F26B43"/>
          </p15:clr>
        </p15:guide>
        <p15:guide id="5" orient="horz" pos="3736" userDrawn="1">
          <p15:clr>
            <a:srgbClr val="F26B43"/>
          </p15:clr>
        </p15:guide>
        <p15:guide id="6" pos="3999" userDrawn="1">
          <p15:clr>
            <a:srgbClr val="F26B43"/>
          </p15:clr>
        </p15:guide>
        <p15:guide id="7" pos="3681" userDrawn="1">
          <p15:clr>
            <a:srgbClr val="F26B43"/>
          </p15:clr>
        </p15:guide>
        <p15:guide id="8" orient="horz" pos="4030" userDrawn="1">
          <p15:clr>
            <a:srgbClr val="F26B43"/>
          </p15:clr>
        </p15:guide>
        <p15:guide id="9" pos="5548" userDrawn="1">
          <p15:clr>
            <a:srgbClr val="F26B43"/>
          </p15:clr>
        </p15:guide>
        <p15:guide id="10" pos="583" userDrawn="1">
          <p15:clr>
            <a:srgbClr val="F26B43"/>
          </p15:clr>
        </p15:guide>
        <p15:guide id="11" pos="738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erospace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" y="5940000"/>
            <a:ext cx="12240008" cy="918000"/>
          </a:xfrm>
          <a:prstGeom prst="rect">
            <a:avLst/>
          </a:prstGeom>
        </p:spPr>
      </p:pic>
      <p:sp>
        <p:nvSpPr>
          <p:cNvPr id="4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1344276" y="6210982"/>
            <a:ext cx="385763" cy="365125"/>
          </a:xfrm>
          <a:prstGeom prst="rect">
            <a:avLst/>
          </a:prstGeom>
        </p:spPr>
        <p:txBody>
          <a:bodyPr vert="horz" lIns="36000" tIns="45720" rIns="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Date Placeholder"/>
          <p:cNvSpPr>
            <a:spLocks noGrp="1"/>
          </p:cNvSpPr>
          <p:nvPr>
            <p:ph type="dt" sz="half" idx="2"/>
          </p:nvPr>
        </p:nvSpPr>
        <p:spPr>
          <a:xfrm>
            <a:off x="8816975" y="6210983"/>
            <a:ext cx="2452688" cy="365125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3"/>
          </p:nvPr>
        </p:nvSpPr>
        <p:spPr>
          <a:xfrm>
            <a:off x="6361114" y="6210983"/>
            <a:ext cx="2459037" cy="365125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 vert="horz" lIns="10800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ext Placeholder"/>
          <p:cNvSpPr>
            <a:spLocks noGrp="1"/>
          </p:cNvSpPr>
          <p:nvPr>
            <p:ph type="body" idx="1"/>
          </p:nvPr>
        </p:nvSpPr>
        <p:spPr>
          <a:xfrm>
            <a:off x="923926" y="1376363"/>
            <a:ext cx="10345737" cy="4554000"/>
          </a:xfrm>
          <a:prstGeom prst="rect">
            <a:avLst/>
          </a:prstGeom>
        </p:spPr>
        <p:txBody>
          <a:bodyPr vert="horz" lIns="93600" tIns="0" rIns="9360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026" name="Title Placeholder"/>
          <p:cNvSpPr>
            <a:spLocks noGrp="1"/>
          </p:cNvSpPr>
          <p:nvPr>
            <p:ph type="title"/>
          </p:nvPr>
        </p:nvSpPr>
        <p:spPr bwMode="auto">
          <a:xfrm>
            <a:off x="923925" y="0"/>
            <a:ext cx="10345739" cy="8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98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sldNum="0" hdr="0" ftr="0" dt="0"/>
  <p:txStyles>
    <p:titleStyle>
      <a:lvl1pPr algn="l" defTabSz="34289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2pPr>
      <a:lvl3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3pPr>
      <a:lvl4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4pPr>
      <a:lvl5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5pPr>
      <a:lvl6pPr marL="342891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6pPr>
      <a:lvl7pPr marL="685783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7pPr>
      <a:lvl8pPr marL="1028674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8pPr>
      <a:lvl9pPr marL="1371566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9pPr>
    </p:titleStyle>
    <p:bodyStyle>
      <a:lvl1pPr marL="257168" indent="-25716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4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marL="557199" indent="-21430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0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2pPr>
      <a:lvl3pPr marL="857229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3pPr>
      <a:lvl4pPr marL="1200121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4pPr>
      <a:lvl5pPr marL="1543012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»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" userDrawn="1">
          <p15:clr>
            <a:srgbClr val="F26B43"/>
          </p15:clr>
        </p15:guide>
        <p15:guide id="2" pos="7099" userDrawn="1">
          <p15:clr>
            <a:srgbClr val="F26B43"/>
          </p15:clr>
        </p15:guide>
        <p15:guide id="3" orient="horz" pos="576" userDrawn="1">
          <p15:clr>
            <a:srgbClr val="F26B43"/>
          </p15:clr>
        </p15:guide>
        <p15:guide id="4" orient="horz" pos="867" userDrawn="1">
          <p15:clr>
            <a:srgbClr val="F26B43"/>
          </p15:clr>
        </p15:guide>
        <p15:guide id="5" orient="horz" pos="3736" userDrawn="1">
          <p15:clr>
            <a:srgbClr val="F26B43"/>
          </p15:clr>
        </p15:guide>
        <p15:guide id="6" pos="3999" userDrawn="1">
          <p15:clr>
            <a:srgbClr val="F26B43"/>
          </p15:clr>
        </p15:guide>
        <p15:guide id="7" pos="3681" userDrawn="1">
          <p15:clr>
            <a:srgbClr val="F26B43"/>
          </p15:clr>
        </p15:guide>
        <p15:guide id="8" orient="horz" pos="4030" userDrawn="1">
          <p15:clr>
            <a:srgbClr val="F26B43"/>
          </p15:clr>
        </p15:guide>
        <p15:guide id="9" pos="5548" userDrawn="1">
          <p15:clr>
            <a:srgbClr val="F26B43"/>
          </p15:clr>
        </p15:guide>
        <p15:guide id="10" pos="583" userDrawn="1">
          <p15:clr>
            <a:srgbClr val="F26B43"/>
          </p15:clr>
        </p15:guide>
        <p15:guide id="11" pos="738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erospace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" y="5940000"/>
            <a:ext cx="12240008" cy="918000"/>
          </a:xfrm>
          <a:prstGeom prst="rect">
            <a:avLst/>
          </a:prstGeom>
        </p:spPr>
      </p:pic>
      <p:sp>
        <p:nvSpPr>
          <p:cNvPr id="4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1344276" y="6210982"/>
            <a:ext cx="385763" cy="365125"/>
          </a:xfrm>
          <a:prstGeom prst="rect">
            <a:avLst/>
          </a:prstGeom>
        </p:spPr>
        <p:txBody>
          <a:bodyPr vert="horz" lIns="36000" tIns="45720" rIns="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Date Placeholder"/>
          <p:cNvSpPr>
            <a:spLocks noGrp="1"/>
          </p:cNvSpPr>
          <p:nvPr>
            <p:ph type="dt" sz="half" idx="2"/>
          </p:nvPr>
        </p:nvSpPr>
        <p:spPr>
          <a:xfrm>
            <a:off x="8816975" y="6210983"/>
            <a:ext cx="2452688" cy="365125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3"/>
          </p:nvPr>
        </p:nvSpPr>
        <p:spPr>
          <a:xfrm>
            <a:off x="6361114" y="6210983"/>
            <a:ext cx="2459037" cy="365125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 vert="horz" lIns="10800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ext Placeholder"/>
          <p:cNvSpPr>
            <a:spLocks noGrp="1"/>
          </p:cNvSpPr>
          <p:nvPr>
            <p:ph type="body" idx="1"/>
          </p:nvPr>
        </p:nvSpPr>
        <p:spPr>
          <a:xfrm>
            <a:off x="923926" y="1376365"/>
            <a:ext cx="10345737" cy="4554537"/>
          </a:xfrm>
          <a:prstGeom prst="rect">
            <a:avLst/>
          </a:prstGeom>
        </p:spPr>
        <p:txBody>
          <a:bodyPr vert="horz" lIns="93600" tIns="0" rIns="9360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026" name="Title Placeholder"/>
          <p:cNvSpPr>
            <a:spLocks noGrp="1"/>
          </p:cNvSpPr>
          <p:nvPr>
            <p:ph type="title"/>
          </p:nvPr>
        </p:nvSpPr>
        <p:spPr bwMode="auto">
          <a:xfrm>
            <a:off x="923925" y="0"/>
            <a:ext cx="10345739" cy="8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520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</p:sldLayoutIdLst>
  <p:hf sldNum="0" hdr="0" ftr="0" dt="0"/>
  <p:txStyles>
    <p:titleStyle>
      <a:lvl1pPr algn="l" defTabSz="34289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2pPr>
      <a:lvl3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3pPr>
      <a:lvl4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4pPr>
      <a:lvl5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5pPr>
      <a:lvl6pPr marL="342891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6pPr>
      <a:lvl7pPr marL="685783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7pPr>
      <a:lvl8pPr marL="1028674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8pPr>
      <a:lvl9pPr marL="1371566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9pPr>
    </p:titleStyle>
    <p:bodyStyle>
      <a:lvl1pPr marL="257168" indent="-25716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4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marL="557199" indent="-21430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0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2pPr>
      <a:lvl3pPr marL="857229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3pPr>
      <a:lvl4pPr marL="1200121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4pPr>
      <a:lvl5pPr marL="1543012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»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" userDrawn="1">
          <p15:clr>
            <a:srgbClr val="F26B43"/>
          </p15:clr>
        </p15:guide>
        <p15:guide id="2" pos="7099" userDrawn="1">
          <p15:clr>
            <a:srgbClr val="F26B43"/>
          </p15:clr>
        </p15:guide>
        <p15:guide id="3" orient="horz" pos="576" userDrawn="1">
          <p15:clr>
            <a:srgbClr val="F26B43"/>
          </p15:clr>
        </p15:guide>
        <p15:guide id="4" orient="horz" pos="867" userDrawn="1">
          <p15:clr>
            <a:srgbClr val="F26B43"/>
          </p15:clr>
        </p15:guide>
        <p15:guide id="5" orient="horz" pos="3736" userDrawn="1">
          <p15:clr>
            <a:srgbClr val="F26B43"/>
          </p15:clr>
        </p15:guide>
        <p15:guide id="6" pos="3999" userDrawn="1">
          <p15:clr>
            <a:srgbClr val="F26B43"/>
          </p15:clr>
        </p15:guide>
        <p15:guide id="7" pos="3681" userDrawn="1">
          <p15:clr>
            <a:srgbClr val="F26B43"/>
          </p15:clr>
        </p15:guide>
        <p15:guide id="8" orient="horz" pos="4030" userDrawn="1">
          <p15:clr>
            <a:srgbClr val="F26B43"/>
          </p15:clr>
        </p15:guide>
        <p15:guide id="9" pos="5548" userDrawn="1">
          <p15:clr>
            <a:srgbClr val="F26B43"/>
          </p15:clr>
        </p15:guide>
        <p15:guide id="10" pos="583" userDrawn="1">
          <p15:clr>
            <a:srgbClr val="F26B43"/>
          </p15:clr>
        </p15:guide>
        <p15:guide id="11" pos="738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erospace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" y="5940000"/>
            <a:ext cx="12240008" cy="918000"/>
          </a:xfrm>
          <a:prstGeom prst="rect">
            <a:avLst/>
          </a:prstGeom>
        </p:spPr>
      </p:pic>
      <p:sp>
        <p:nvSpPr>
          <p:cNvPr id="4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1344276" y="6210982"/>
            <a:ext cx="385763" cy="365125"/>
          </a:xfrm>
          <a:prstGeom prst="rect">
            <a:avLst/>
          </a:prstGeom>
        </p:spPr>
        <p:txBody>
          <a:bodyPr vert="horz" lIns="36000" tIns="45720" rIns="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Date Placeholder"/>
          <p:cNvSpPr>
            <a:spLocks noGrp="1"/>
          </p:cNvSpPr>
          <p:nvPr>
            <p:ph type="dt" sz="half" idx="2"/>
          </p:nvPr>
        </p:nvSpPr>
        <p:spPr>
          <a:xfrm>
            <a:off x="8816975" y="6210983"/>
            <a:ext cx="2452688" cy="365125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3"/>
          </p:nvPr>
        </p:nvSpPr>
        <p:spPr>
          <a:xfrm>
            <a:off x="6361114" y="6210983"/>
            <a:ext cx="2459037" cy="365125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 vert="horz" lIns="10800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ext Placeholder"/>
          <p:cNvSpPr>
            <a:spLocks noGrp="1"/>
          </p:cNvSpPr>
          <p:nvPr>
            <p:ph type="body" idx="1"/>
          </p:nvPr>
        </p:nvSpPr>
        <p:spPr>
          <a:xfrm>
            <a:off x="923926" y="1376363"/>
            <a:ext cx="10345737" cy="4554000"/>
          </a:xfrm>
          <a:prstGeom prst="rect">
            <a:avLst/>
          </a:prstGeom>
        </p:spPr>
        <p:txBody>
          <a:bodyPr vert="horz" lIns="93600" tIns="0" rIns="9360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026" name="Title Placeholder"/>
          <p:cNvSpPr>
            <a:spLocks noGrp="1"/>
          </p:cNvSpPr>
          <p:nvPr>
            <p:ph type="title"/>
          </p:nvPr>
        </p:nvSpPr>
        <p:spPr bwMode="auto">
          <a:xfrm>
            <a:off x="923925" y="0"/>
            <a:ext cx="10345739" cy="8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618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</p:sldLayoutIdLst>
  <p:hf sldNum="0" hdr="0" ftr="0" dt="0"/>
  <p:txStyles>
    <p:titleStyle>
      <a:lvl1pPr algn="l" defTabSz="34289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2pPr>
      <a:lvl3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3pPr>
      <a:lvl4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4pPr>
      <a:lvl5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5pPr>
      <a:lvl6pPr marL="342891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6pPr>
      <a:lvl7pPr marL="685783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7pPr>
      <a:lvl8pPr marL="1028674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8pPr>
      <a:lvl9pPr marL="1371566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9pPr>
    </p:titleStyle>
    <p:bodyStyle>
      <a:lvl1pPr marL="257168" indent="-25716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4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marL="557199" indent="-21430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0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2pPr>
      <a:lvl3pPr marL="857229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3pPr>
      <a:lvl4pPr marL="1200121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4pPr>
      <a:lvl5pPr marL="1543012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»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" userDrawn="1">
          <p15:clr>
            <a:srgbClr val="F26B43"/>
          </p15:clr>
        </p15:guide>
        <p15:guide id="2" pos="7099" userDrawn="1">
          <p15:clr>
            <a:srgbClr val="F26B43"/>
          </p15:clr>
        </p15:guide>
        <p15:guide id="3" orient="horz" pos="576" userDrawn="1">
          <p15:clr>
            <a:srgbClr val="F26B43"/>
          </p15:clr>
        </p15:guide>
        <p15:guide id="4" orient="horz" pos="867" userDrawn="1">
          <p15:clr>
            <a:srgbClr val="F26B43"/>
          </p15:clr>
        </p15:guide>
        <p15:guide id="5" orient="horz" pos="3737" userDrawn="1">
          <p15:clr>
            <a:srgbClr val="F26B43"/>
          </p15:clr>
        </p15:guide>
        <p15:guide id="6" pos="3999" userDrawn="1">
          <p15:clr>
            <a:srgbClr val="F26B43"/>
          </p15:clr>
        </p15:guide>
        <p15:guide id="7" pos="3681" userDrawn="1">
          <p15:clr>
            <a:srgbClr val="F26B43"/>
          </p15:clr>
        </p15:guide>
        <p15:guide id="8" orient="horz" pos="4030" userDrawn="1">
          <p15:clr>
            <a:srgbClr val="F26B43"/>
          </p15:clr>
        </p15:guide>
        <p15:guide id="9" pos="5548" userDrawn="1">
          <p15:clr>
            <a:srgbClr val="F26B43"/>
          </p15:clr>
        </p15:guide>
        <p15:guide id="10" pos="583" userDrawn="1">
          <p15:clr>
            <a:srgbClr val="F26B43"/>
          </p15:clr>
        </p15:guide>
        <p15:guide id="11" pos="738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erospace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" y="5940000"/>
            <a:ext cx="12240008" cy="918000"/>
          </a:xfrm>
          <a:prstGeom prst="rect">
            <a:avLst/>
          </a:prstGeom>
        </p:spPr>
      </p:pic>
      <p:sp>
        <p:nvSpPr>
          <p:cNvPr id="4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1344276" y="6210982"/>
            <a:ext cx="385763" cy="365125"/>
          </a:xfrm>
          <a:prstGeom prst="rect">
            <a:avLst/>
          </a:prstGeom>
        </p:spPr>
        <p:txBody>
          <a:bodyPr vert="horz" lIns="36000" tIns="45720" rIns="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Date Placeholder"/>
          <p:cNvSpPr>
            <a:spLocks noGrp="1"/>
          </p:cNvSpPr>
          <p:nvPr>
            <p:ph type="dt" sz="half" idx="2"/>
          </p:nvPr>
        </p:nvSpPr>
        <p:spPr>
          <a:xfrm>
            <a:off x="8816975" y="6210983"/>
            <a:ext cx="2452688" cy="365125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3"/>
          </p:nvPr>
        </p:nvSpPr>
        <p:spPr>
          <a:xfrm>
            <a:off x="6361114" y="6210983"/>
            <a:ext cx="2459037" cy="365125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 vert="horz" lIns="10800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ext Placeholder"/>
          <p:cNvSpPr>
            <a:spLocks noGrp="1"/>
          </p:cNvSpPr>
          <p:nvPr>
            <p:ph type="body" idx="1"/>
          </p:nvPr>
        </p:nvSpPr>
        <p:spPr>
          <a:xfrm>
            <a:off x="923926" y="1376363"/>
            <a:ext cx="10345737" cy="4554000"/>
          </a:xfrm>
          <a:prstGeom prst="rect">
            <a:avLst/>
          </a:prstGeom>
        </p:spPr>
        <p:txBody>
          <a:bodyPr vert="horz" lIns="93600" tIns="0" rIns="9360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026" name="Title Placeholder"/>
          <p:cNvSpPr>
            <a:spLocks noGrp="1"/>
          </p:cNvSpPr>
          <p:nvPr>
            <p:ph type="title"/>
          </p:nvPr>
        </p:nvSpPr>
        <p:spPr bwMode="auto">
          <a:xfrm>
            <a:off x="923925" y="0"/>
            <a:ext cx="10345739" cy="8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574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</p:sldLayoutIdLst>
  <p:hf sldNum="0" hdr="0" ftr="0" dt="0"/>
  <p:txStyles>
    <p:titleStyle>
      <a:lvl1pPr algn="l" defTabSz="34289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2pPr>
      <a:lvl3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3pPr>
      <a:lvl4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4pPr>
      <a:lvl5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5pPr>
      <a:lvl6pPr marL="342891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6pPr>
      <a:lvl7pPr marL="685783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7pPr>
      <a:lvl8pPr marL="1028674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8pPr>
      <a:lvl9pPr marL="1371566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9pPr>
    </p:titleStyle>
    <p:bodyStyle>
      <a:lvl1pPr marL="257168" indent="-25716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4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marL="557199" indent="-21430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0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2pPr>
      <a:lvl3pPr marL="857229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3pPr>
      <a:lvl4pPr marL="1200121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4pPr>
      <a:lvl5pPr marL="1543012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»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" userDrawn="1">
          <p15:clr>
            <a:srgbClr val="F26B43"/>
          </p15:clr>
        </p15:guide>
        <p15:guide id="2" pos="7099" userDrawn="1">
          <p15:clr>
            <a:srgbClr val="F26B43"/>
          </p15:clr>
        </p15:guide>
        <p15:guide id="3" orient="horz" pos="576" userDrawn="1">
          <p15:clr>
            <a:srgbClr val="F26B43"/>
          </p15:clr>
        </p15:guide>
        <p15:guide id="4" orient="horz" pos="867" userDrawn="1">
          <p15:clr>
            <a:srgbClr val="F26B43"/>
          </p15:clr>
        </p15:guide>
        <p15:guide id="5" orient="horz" pos="3737" userDrawn="1">
          <p15:clr>
            <a:srgbClr val="F26B43"/>
          </p15:clr>
        </p15:guide>
        <p15:guide id="6" pos="3999" userDrawn="1">
          <p15:clr>
            <a:srgbClr val="F26B43"/>
          </p15:clr>
        </p15:guide>
        <p15:guide id="7" pos="3681" userDrawn="1">
          <p15:clr>
            <a:srgbClr val="F26B43"/>
          </p15:clr>
        </p15:guide>
        <p15:guide id="8" orient="horz" pos="4030" userDrawn="1">
          <p15:clr>
            <a:srgbClr val="F26B43"/>
          </p15:clr>
        </p15:guide>
        <p15:guide id="9" pos="5548" userDrawn="1">
          <p15:clr>
            <a:srgbClr val="F26B43"/>
          </p15:clr>
        </p15:guide>
        <p15:guide id="10" pos="583" userDrawn="1">
          <p15:clr>
            <a:srgbClr val="F26B43"/>
          </p15:clr>
        </p15:guide>
        <p15:guide id="11" pos="7389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erospace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" y="5940000"/>
            <a:ext cx="12240008" cy="918000"/>
          </a:xfrm>
          <a:prstGeom prst="rect">
            <a:avLst/>
          </a:prstGeom>
        </p:spPr>
      </p:pic>
      <p:sp>
        <p:nvSpPr>
          <p:cNvPr id="4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1344276" y="6210982"/>
            <a:ext cx="385763" cy="365125"/>
          </a:xfrm>
          <a:prstGeom prst="rect">
            <a:avLst/>
          </a:prstGeom>
        </p:spPr>
        <p:txBody>
          <a:bodyPr vert="horz" lIns="36000" tIns="45720" rIns="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DFD8C83-81C1-4276-B7A6-9AAEA0DC8AD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Date Placeholder"/>
          <p:cNvSpPr>
            <a:spLocks noGrp="1"/>
          </p:cNvSpPr>
          <p:nvPr>
            <p:ph type="dt" sz="half" idx="2"/>
          </p:nvPr>
        </p:nvSpPr>
        <p:spPr>
          <a:xfrm>
            <a:off x="8816975" y="6210983"/>
            <a:ext cx="2452688" cy="365125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3"/>
          </p:nvPr>
        </p:nvSpPr>
        <p:spPr>
          <a:xfrm>
            <a:off x="6361114" y="6210983"/>
            <a:ext cx="2459037" cy="365125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 vert="horz" lIns="10800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ext Placeholder"/>
          <p:cNvSpPr>
            <a:spLocks noGrp="1"/>
          </p:cNvSpPr>
          <p:nvPr>
            <p:ph type="body" idx="1"/>
          </p:nvPr>
        </p:nvSpPr>
        <p:spPr>
          <a:xfrm>
            <a:off x="923926" y="1376363"/>
            <a:ext cx="10345737" cy="4554000"/>
          </a:xfrm>
          <a:prstGeom prst="rect">
            <a:avLst/>
          </a:prstGeom>
        </p:spPr>
        <p:txBody>
          <a:bodyPr vert="horz" lIns="93600" tIns="0" rIns="9360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026" name="Title Placeholder"/>
          <p:cNvSpPr>
            <a:spLocks noGrp="1"/>
          </p:cNvSpPr>
          <p:nvPr>
            <p:ph type="title"/>
          </p:nvPr>
        </p:nvSpPr>
        <p:spPr bwMode="auto">
          <a:xfrm>
            <a:off x="923925" y="0"/>
            <a:ext cx="10345739" cy="8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434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</p:sldLayoutIdLst>
  <p:hf sldNum="0" hdr="0" ftr="0" dt="0"/>
  <p:txStyles>
    <p:titleStyle>
      <a:lvl1pPr algn="l" defTabSz="34289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2pPr>
      <a:lvl3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3pPr>
      <a:lvl4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4pPr>
      <a:lvl5pPr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  <a:cs typeface="ScalaSans" pitchFamily="34" charset="0"/>
        </a:defRPr>
      </a:lvl5pPr>
      <a:lvl6pPr marL="342891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6pPr>
      <a:lvl7pPr marL="685783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7pPr>
      <a:lvl8pPr marL="1028674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8pPr>
      <a:lvl9pPr marL="1371566" algn="l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calaSans" pitchFamily="-109" charset="0"/>
          <a:ea typeface="ヒラギノ角ゴ Pro W3" pitchFamily="-109" charset="-128"/>
        </a:defRPr>
      </a:lvl9pPr>
    </p:titleStyle>
    <p:bodyStyle>
      <a:lvl1pPr marL="257168" indent="-25716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4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1pPr>
      <a:lvl2pPr marL="557199" indent="-214308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20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2pPr>
      <a:lvl3pPr marL="857229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rgbClr val="003366"/>
          </a:solidFill>
          <a:latin typeface="Arial" pitchFamily="34" charset="0"/>
          <a:ea typeface="ヒラギノ角ゴ Pro W3" pitchFamily="-109" charset="-128"/>
          <a:cs typeface="Arial" pitchFamily="34" charset="0"/>
        </a:defRPr>
      </a:lvl3pPr>
      <a:lvl4pPr marL="1200121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4pPr>
      <a:lvl5pPr marL="1543012" indent="-171446" algn="l" defTabSz="342891" rtl="0" eaLnBrk="1" fontAlgn="base" hangingPunct="1">
        <a:spcBef>
          <a:spcPts val="800"/>
        </a:spcBef>
        <a:spcAft>
          <a:spcPct val="0"/>
        </a:spcAft>
        <a:buClr>
          <a:schemeClr val="tx2"/>
        </a:buClr>
        <a:buFont typeface="Arial" pitchFamily="34" charset="0"/>
        <a:buChar char="»"/>
        <a:defRPr sz="1600" kern="1200">
          <a:solidFill>
            <a:srgbClr val="003366"/>
          </a:solidFill>
          <a:latin typeface="ScalaSans"/>
          <a:ea typeface="ヒラギノ角ゴ Pro W3" pitchFamily="-109" charset="-128"/>
          <a:cs typeface="ScalaSan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" userDrawn="1">
          <p15:clr>
            <a:srgbClr val="F26B43"/>
          </p15:clr>
        </p15:guide>
        <p15:guide id="2" pos="7099" userDrawn="1">
          <p15:clr>
            <a:srgbClr val="F26B43"/>
          </p15:clr>
        </p15:guide>
        <p15:guide id="3" orient="horz" pos="576" userDrawn="1">
          <p15:clr>
            <a:srgbClr val="F26B43"/>
          </p15:clr>
        </p15:guide>
        <p15:guide id="4" orient="horz" pos="867" userDrawn="1">
          <p15:clr>
            <a:srgbClr val="F26B43"/>
          </p15:clr>
        </p15:guide>
        <p15:guide id="5" orient="horz" pos="3744" userDrawn="1">
          <p15:clr>
            <a:srgbClr val="F26B43"/>
          </p15:clr>
        </p15:guide>
        <p15:guide id="6" pos="3999" userDrawn="1">
          <p15:clr>
            <a:srgbClr val="F26B43"/>
          </p15:clr>
        </p15:guide>
        <p15:guide id="7" pos="3681" userDrawn="1">
          <p15:clr>
            <a:srgbClr val="F26B43"/>
          </p15:clr>
        </p15:guide>
        <p15:guide id="8" orient="horz" pos="4030" userDrawn="1">
          <p15:clr>
            <a:srgbClr val="F26B43"/>
          </p15:clr>
        </p15:guide>
        <p15:guide id="9" pos="5548" userDrawn="1">
          <p15:clr>
            <a:srgbClr val="F26B43"/>
          </p15:clr>
        </p15:guide>
        <p15:guide id="10" pos="583" userDrawn="1">
          <p15:clr>
            <a:srgbClr val="F26B43"/>
          </p15:clr>
        </p15:guide>
        <p15:guide id="11" pos="738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2.jpeg"/><Relationship Id="rId7" Type="http://schemas.openxmlformats.org/officeDocument/2006/relationships/image" Target="../media/image36.png"/><Relationship Id="rId12" Type="http://schemas.openxmlformats.org/officeDocument/2006/relationships/image" Target="../media/image41.jpe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.jpg"/><Relationship Id="rId11" Type="http://schemas.openxmlformats.org/officeDocument/2006/relationships/image" Target="../media/image40.jpeg"/><Relationship Id="rId5" Type="http://schemas.openxmlformats.org/officeDocument/2006/relationships/image" Target="../media/image34.jpeg"/><Relationship Id="rId10" Type="http://schemas.openxmlformats.org/officeDocument/2006/relationships/image" Target="../media/image39.jpeg"/><Relationship Id="rId4" Type="http://schemas.openxmlformats.org/officeDocument/2006/relationships/image" Target="../media/image33.jpeg"/><Relationship Id="rId9" Type="http://schemas.openxmlformats.org/officeDocument/2006/relationships/image" Target="../media/image3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Category:2011_World_Economic_Forum_on_East_Asia" TargetMode="External"/><Relationship Id="rId7" Type="http://schemas.openxmlformats.org/officeDocument/2006/relationships/hyperlink" Target="https://frankbuck.blogspot.com/2013/09/peter-drucker-on-focus.html" TargetMode="External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4.JPG"/><Relationship Id="rId5" Type="http://schemas.openxmlformats.org/officeDocument/2006/relationships/hyperlink" Target="https://sharingideas-josecavd.blogspot.com/2014/" TargetMode="External"/><Relationship Id="rId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86F530FE-1621-1775-F98E-F8189FBE3E25}"/>
              </a:ext>
            </a:extLst>
          </p:cNvPr>
          <p:cNvSpPr txBox="1">
            <a:spLocks/>
          </p:cNvSpPr>
          <p:nvPr/>
        </p:nvSpPr>
        <p:spPr>
          <a:xfrm>
            <a:off x="5836104" y="1495371"/>
            <a:ext cx="5987143" cy="43230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3429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2pPr>
            <a:lvl3pPr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3pPr>
            <a:lvl4pPr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4pPr>
            <a:lvl5pPr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5pPr>
            <a:lvl6pPr marL="342900"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6pPr>
            <a:lvl7pPr marL="685800"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7pPr>
            <a:lvl8pPr marL="1028700"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8pPr>
            <a:lvl9pPr marL="1371600"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9pPr>
          </a:lstStyle>
          <a:p>
            <a:pPr algn="ctr"/>
            <a:endParaRPr 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cala Sans Offc" panose="020B0504030101020102" pitchFamily="34" charset="0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BC0A369B-B215-CB0F-7426-4A974FE8592B}"/>
              </a:ext>
            </a:extLst>
          </p:cNvPr>
          <p:cNvSpPr txBox="1">
            <a:spLocks/>
          </p:cNvSpPr>
          <p:nvPr/>
        </p:nvSpPr>
        <p:spPr>
          <a:xfrm>
            <a:off x="5467351" y="2019300"/>
            <a:ext cx="6724650" cy="82757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3429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2pPr>
            <a:lvl3pPr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3pPr>
            <a:lvl4pPr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4pPr>
            <a:lvl5pPr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5pPr>
            <a:lvl6pPr marL="342900"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6pPr>
            <a:lvl7pPr marL="685800"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7pPr>
            <a:lvl8pPr marL="1028700"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8pPr>
            <a:lvl9pPr marL="1371600" algn="l" defTabSz="342900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9pPr>
          </a:lstStyle>
          <a:p>
            <a:pPr algn="ctr"/>
            <a:r>
              <a:rPr lang="en-US" sz="2800" b="1" dirty="0">
                <a:effectLst/>
                <a:latin typeface="Scala Sans Offc" panose="020B0504030101020102"/>
                <a:ea typeface="Calibri" panose="020F0502020204030204" pitchFamily="34" charset="0"/>
              </a:rPr>
              <a:t>Global Sustainable Leadership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cala Sans Offc" panose="020B050403010102010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FE4DA2-4674-1B42-33B6-34B62D2BA1B1}"/>
              </a:ext>
            </a:extLst>
          </p:cNvPr>
          <p:cNvSpPr txBox="1"/>
          <p:nvPr/>
        </p:nvSpPr>
        <p:spPr>
          <a:xfrm>
            <a:off x="10045240" y="2846875"/>
            <a:ext cx="1986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Scala Sans Offc" panose="020B0504030101020102"/>
              </a:rPr>
              <a:t>2026</a:t>
            </a:r>
            <a:endParaRPr lang="nl-NL" dirty="0">
              <a:solidFill>
                <a:schemeClr val="bg1"/>
              </a:solidFill>
              <a:latin typeface="Scala Sans Offc" panose="020B0504030101020102"/>
            </a:endParaRPr>
          </a:p>
        </p:txBody>
      </p:sp>
    </p:spTree>
    <p:extLst>
      <p:ext uri="{BB962C8B-B14F-4D97-AF65-F5344CB8AC3E}">
        <p14:creationId xmlns:p14="http://schemas.microsoft.com/office/powerpoint/2010/main" val="2137142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66D5A-4846-E695-C083-97738FB6E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DC7C-480C-AAE1-AED3-BD0EC8C47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Personal introduction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9A1D7-5366-696D-5DB4-A2D290562E0B}"/>
              </a:ext>
            </a:extLst>
          </p:cNvPr>
          <p:cNvSpPr txBox="1">
            <a:spLocks/>
          </p:cNvSpPr>
          <p:nvPr/>
        </p:nvSpPr>
        <p:spPr>
          <a:xfrm>
            <a:off x="368215" y="1490628"/>
            <a:ext cx="6040301" cy="4802719"/>
          </a:xfrm>
          <a:prstGeom prst="rect">
            <a:avLst/>
          </a:prstGeom>
        </p:spPr>
        <p:txBody>
          <a:bodyPr/>
          <a:lstStyle>
            <a:lvl1pPr marL="257168" indent="-257168" algn="l" defTabSz="342891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sz="2400" kern="1200">
                <a:solidFill>
                  <a:srgbClr val="003366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marL="557199" indent="-214308" algn="l" defTabSz="342891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rgbClr val="003366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2pPr>
            <a:lvl3pPr marL="857229" indent="-171446" algn="l" defTabSz="342891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rgbClr val="003366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3pPr>
            <a:lvl4pPr marL="1200121" indent="-171446" algn="l" defTabSz="342891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rgbClr val="003366"/>
                </a:solidFill>
                <a:latin typeface="ScalaSans"/>
                <a:ea typeface="ヒラギノ角ゴ Pro W3" pitchFamily="-109" charset="-128"/>
                <a:cs typeface="ScalaSans"/>
              </a:defRPr>
            </a:lvl4pPr>
            <a:lvl5pPr marL="1543012" indent="-171446" algn="l" defTabSz="342891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rgbClr val="003366"/>
                </a:solidFill>
                <a:latin typeface="ScalaSans"/>
                <a:ea typeface="ヒラギノ角ゴ Pro W3" pitchFamily="-109" charset="-128"/>
                <a:cs typeface="ScalaSans"/>
              </a:defRPr>
            </a:lvl5pPr>
            <a:lvl6pPr marL="1885904" indent="-171446" algn="l" defTabSz="3428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3428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3428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8" indent="-171446" algn="l" defTabSz="3428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6" indent="-171446"/>
            <a:r>
              <a:rPr lang="en-US" sz="1400" dirty="0"/>
              <a:t>Worked at Philips for 16 years including stints in China and the USA, marketing, sales and general management roles</a:t>
            </a:r>
          </a:p>
          <a:p>
            <a:pPr marL="171446" indent="-171446"/>
            <a:endParaRPr lang="en-US" sz="1400" dirty="0"/>
          </a:p>
          <a:p>
            <a:pPr marL="171446" indent="-171446"/>
            <a:r>
              <a:rPr lang="en-US" sz="1400" dirty="0"/>
              <a:t>Partner at NLC Health Ventures, world’s largest Health Tech Venture Builder</a:t>
            </a:r>
          </a:p>
          <a:p>
            <a:pPr marL="171446" indent="-171446"/>
            <a:endParaRPr lang="en-US" sz="1400" dirty="0"/>
          </a:p>
          <a:p>
            <a:pPr marL="171446" indent="-171446"/>
            <a:r>
              <a:rPr lang="en-US" sz="1400" dirty="0"/>
              <a:t>Board member at several </a:t>
            </a:r>
            <a:r>
              <a:rPr lang="en-US" sz="1400" dirty="0" err="1"/>
              <a:t>HealthTec</a:t>
            </a:r>
            <a:r>
              <a:rPr lang="en-US" sz="1400" dirty="0"/>
              <a:t> / Impact oriented businesses (PCA Vision, PEP.ai, </a:t>
            </a:r>
            <a:r>
              <a:rPr lang="en-US" sz="1400" dirty="0" err="1"/>
              <a:t>Respiosa</a:t>
            </a:r>
            <a:r>
              <a:rPr lang="en-US" sz="1400" dirty="0"/>
              <a:t>, </a:t>
            </a:r>
            <a:r>
              <a:rPr lang="en-US" sz="1400" dirty="0" err="1"/>
              <a:t>MindAffect</a:t>
            </a:r>
            <a:r>
              <a:rPr lang="en-US" sz="1400" dirty="0"/>
              <a:t>)</a:t>
            </a:r>
          </a:p>
          <a:p>
            <a:pPr marL="171446" indent="-171446"/>
            <a:endParaRPr lang="en-US" sz="1400" dirty="0"/>
          </a:p>
          <a:p>
            <a:pPr marL="171446" indent="-171446"/>
            <a:r>
              <a:rPr lang="en-US" sz="1400" dirty="0"/>
              <a:t>Extracurricular: President YPO Netherlands, </a:t>
            </a:r>
            <a:r>
              <a:rPr lang="en-US" sz="1400" dirty="0" err="1"/>
              <a:t>Approporiation</a:t>
            </a:r>
            <a:r>
              <a:rPr lang="en-US" sz="1400" dirty="0"/>
              <a:t> </a:t>
            </a:r>
            <a:r>
              <a:rPr lang="en-US" sz="1400" dirty="0" err="1"/>
              <a:t>Committtee</a:t>
            </a:r>
            <a:r>
              <a:rPr lang="en-US" sz="1400" dirty="0"/>
              <a:t> KWF, lecturer in Amsterdam and now Tilburg</a:t>
            </a:r>
          </a:p>
          <a:p>
            <a:pPr marL="171446" indent="-171446"/>
            <a:endParaRPr lang="en-US" sz="1400" dirty="0"/>
          </a:p>
          <a:p>
            <a:pPr marL="171446" indent="-171446"/>
            <a:endParaRPr lang="en-US" sz="1400" dirty="0"/>
          </a:p>
          <a:p>
            <a:endParaRPr lang="en-US" sz="1600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BCD2C317-5C13-BFF1-97C7-F1298FC58624}"/>
              </a:ext>
            </a:extLst>
          </p:cNvPr>
          <p:cNvSpPr txBox="1"/>
          <p:nvPr/>
        </p:nvSpPr>
        <p:spPr>
          <a:xfrm>
            <a:off x="7516588" y="5756166"/>
            <a:ext cx="38670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Partner at NLC Health Ventures</a:t>
            </a:r>
          </a:p>
        </p:txBody>
      </p:sp>
      <p:pic>
        <p:nvPicPr>
          <p:cNvPr id="7" name="Afbeelding 6" descr="Afbeelding met Menselijk gezicht, persoon, glimlach, person&#10;&#10;Door AI gegenereerde inhoud is mogelijk onjuist.">
            <a:extLst>
              <a:ext uri="{FF2B5EF4-FFF2-40B4-BE49-F238E27FC236}">
                <a16:creationId xmlns:a16="http://schemas.microsoft.com/office/drawing/2014/main" id="{E283CCFF-0292-717C-38C3-F68626E987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487" y="1428276"/>
            <a:ext cx="4001448" cy="40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65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sstik.io_@litquidity_1759994319005">
            <a:hlinkClick r:id="" action="ppaction://media"/>
            <a:extLst>
              <a:ext uri="{FF2B5EF4-FFF2-40B4-BE49-F238E27FC236}">
                <a16:creationId xmlns:a16="http://schemas.microsoft.com/office/drawing/2014/main" id="{15CA01B8-E62A-29A7-BB78-801FFB4FCF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67188" y="13252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1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1AD55-FCF0-C5FB-979C-645EB0A87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3FB4C8D-385A-59CC-7ED5-31E10D91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more personal introduction</a:t>
            </a:r>
          </a:p>
        </p:txBody>
      </p:sp>
      <p:pic>
        <p:nvPicPr>
          <p:cNvPr id="4" name="Afbeelding 3" descr="Afbeelding met kleding, persoon, Menselijk gezicht, overdekt&#10;&#10;Door AI gegenereerde inhoud is mogelijk onjuist.">
            <a:extLst>
              <a:ext uri="{FF2B5EF4-FFF2-40B4-BE49-F238E27FC236}">
                <a16:creationId xmlns:a16="http://schemas.microsoft.com/office/drawing/2014/main" id="{D6147AB4-5EC4-AE2C-E145-E0ABF2824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172" y="1669442"/>
            <a:ext cx="1383091" cy="1254003"/>
          </a:xfrm>
          <a:prstGeom prst="rect">
            <a:avLst/>
          </a:prstGeom>
        </p:spPr>
      </p:pic>
      <p:pic>
        <p:nvPicPr>
          <p:cNvPr id="6" name="Afbeelding 5" descr="Afbeelding met tekst, team, persoon, kleding&#10;&#10;Door AI gegenereerde inhoud is mogelijk onjuist.">
            <a:extLst>
              <a:ext uri="{FF2B5EF4-FFF2-40B4-BE49-F238E27FC236}">
                <a16:creationId xmlns:a16="http://schemas.microsoft.com/office/drawing/2014/main" id="{182BC3C2-0730-40F7-DAF8-2C561A5F95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106" y="1681512"/>
            <a:ext cx="4094922" cy="1489063"/>
          </a:xfrm>
          <a:prstGeom prst="rect">
            <a:avLst/>
          </a:prstGeom>
        </p:spPr>
      </p:pic>
      <p:pic>
        <p:nvPicPr>
          <p:cNvPr id="10" name="Afbeelding 9" descr="Afbeelding met persoon, trouwjurk, bruid, kleding&#10;&#10;Door AI gegenereerde inhoud is mogelijk onjuist.">
            <a:extLst>
              <a:ext uri="{FF2B5EF4-FFF2-40B4-BE49-F238E27FC236}">
                <a16:creationId xmlns:a16="http://schemas.microsoft.com/office/drawing/2014/main" id="{E0211E01-F101-61E2-7AB3-B5B34FDAC5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722" y="1727082"/>
            <a:ext cx="1264721" cy="1112189"/>
          </a:xfrm>
          <a:prstGeom prst="rect">
            <a:avLst/>
          </a:prstGeom>
        </p:spPr>
      </p:pic>
      <p:pic>
        <p:nvPicPr>
          <p:cNvPr id="13" name="Afbeelding 12" descr="Afbeelding met Menselijk gezicht, persoon, kleding, glimlach&#10;&#10;Door AI gegenereerde inhoud is mogelijk onjuist.">
            <a:extLst>
              <a:ext uri="{FF2B5EF4-FFF2-40B4-BE49-F238E27FC236}">
                <a16:creationId xmlns:a16="http://schemas.microsoft.com/office/drawing/2014/main" id="{CB17103F-C422-BB81-DD26-DE9E05198D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225" y="3852421"/>
            <a:ext cx="2544417" cy="1908313"/>
          </a:xfrm>
          <a:prstGeom prst="rect">
            <a:avLst/>
          </a:prstGeom>
        </p:spPr>
      </p:pic>
      <p:pic>
        <p:nvPicPr>
          <p:cNvPr id="15" name="Afbeelding 14" descr="Afbeelding met Menselijk gezicht, kleding, peuter, jongen&#10;&#10;Door AI gegenereerde inhoud is mogelijk onjuist.">
            <a:extLst>
              <a:ext uri="{FF2B5EF4-FFF2-40B4-BE49-F238E27FC236}">
                <a16:creationId xmlns:a16="http://schemas.microsoft.com/office/drawing/2014/main" id="{7E82906D-36F0-B7BE-9F91-09D767E22F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02" y="1555035"/>
            <a:ext cx="1011486" cy="1272309"/>
          </a:xfrm>
          <a:prstGeom prst="rect">
            <a:avLst/>
          </a:prstGeom>
        </p:spPr>
      </p:pic>
      <p:pic>
        <p:nvPicPr>
          <p:cNvPr id="1026" name="Picture 2" descr="Afbeelding met overdekt, Menselijk gezicht, scène, kamer&#10;&#10;Automatisch gegenereerde beschrijving">
            <a:extLst>
              <a:ext uri="{FF2B5EF4-FFF2-40B4-BE49-F238E27FC236}">
                <a16:creationId xmlns:a16="http://schemas.microsoft.com/office/drawing/2014/main" id="{53FF4925-332D-0EAB-8EED-C8A561829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141" y="3896139"/>
            <a:ext cx="2544417" cy="190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Afbeelding 16" descr="Afbeelding met persoon, kleding, Menselijk gezicht, gebouw&#10;&#10;Door AI gegenereerde inhoud is mogelijk onjuist.">
            <a:extLst>
              <a:ext uri="{FF2B5EF4-FFF2-40B4-BE49-F238E27FC236}">
                <a16:creationId xmlns:a16="http://schemas.microsoft.com/office/drawing/2014/main" id="{7A43468B-FDF1-EE41-52B0-36CC43D6BEA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62"/>
          <a:stretch>
            <a:fillRect/>
          </a:stretch>
        </p:blipFill>
        <p:spPr>
          <a:xfrm>
            <a:off x="2309273" y="1608043"/>
            <a:ext cx="1208502" cy="1254003"/>
          </a:xfrm>
          <a:prstGeom prst="rect">
            <a:avLst/>
          </a:prstGeom>
        </p:spPr>
      </p:pic>
      <p:sp>
        <p:nvSpPr>
          <p:cNvPr id="18" name="Tekstvak 17">
            <a:extLst>
              <a:ext uri="{FF2B5EF4-FFF2-40B4-BE49-F238E27FC236}">
                <a16:creationId xmlns:a16="http://schemas.microsoft.com/office/drawing/2014/main" id="{B73164E2-2528-2CA7-7E7E-88F22B45CEA9}"/>
              </a:ext>
            </a:extLst>
          </p:cNvPr>
          <p:cNvSpPr txBox="1"/>
          <p:nvPr/>
        </p:nvSpPr>
        <p:spPr>
          <a:xfrm>
            <a:off x="326571" y="1097280"/>
            <a:ext cx="1841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Happy </a:t>
            </a:r>
            <a:r>
              <a:rPr lang="nl-NL" dirty="0" err="1"/>
              <a:t>child</a:t>
            </a:r>
            <a:r>
              <a:rPr lang="nl-NL" dirty="0"/>
              <a:t>…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87E1DD10-0675-5D9E-F2ED-F0285447B31E}"/>
              </a:ext>
            </a:extLst>
          </p:cNvPr>
          <p:cNvSpPr txBox="1"/>
          <p:nvPr/>
        </p:nvSpPr>
        <p:spPr>
          <a:xfrm>
            <a:off x="2182923" y="964760"/>
            <a:ext cx="1841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…</a:t>
            </a:r>
            <a:r>
              <a:rPr lang="nl-NL" dirty="0" err="1"/>
              <a:t>study</a:t>
            </a:r>
            <a:r>
              <a:rPr lang="nl-NL" dirty="0"/>
              <a:t> in Groningen…</a:t>
            </a: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BEE64A78-3AF1-AF70-6EFC-ADCA6387BF13}"/>
              </a:ext>
            </a:extLst>
          </p:cNvPr>
          <p:cNvSpPr txBox="1"/>
          <p:nvPr/>
        </p:nvSpPr>
        <p:spPr>
          <a:xfrm>
            <a:off x="3999390" y="964760"/>
            <a:ext cx="1841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…</a:t>
            </a:r>
            <a:r>
              <a:rPr lang="nl-NL" dirty="0" err="1"/>
              <a:t>join</a:t>
            </a:r>
            <a:r>
              <a:rPr lang="nl-NL" dirty="0"/>
              <a:t> Philips…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262FF069-7118-EA93-055F-EF901D40A1C7}"/>
              </a:ext>
            </a:extLst>
          </p:cNvPr>
          <p:cNvSpPr txBox="1"/>
          <p:nvPr/>
        </p:nvSpPr>
        <p:spPr>
          <a:xfrm>
            <a:off x="5722150" y="964760"/>
            <a:ext cx="1841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…</a:t>
            </a:r>
            <a:r>
              <a:rPr lang="nl-NL" dirty="0" err="1"/>
              <a:t>marry</a:t>
            </a:r>
            <a:r>
              <a:rPr lang="nl-NL" dirty="0"/>
              <a:t> Veronique…</a:t>
            </a: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C4C3BF59-4AB9-3FFC-FC36-D692B4B44C6A}"/>
              </a:ext>
            </a:extLst>
          </p:cNvPr>
          <p:cNvSpPr txBox="1"/>
          <p:nvPr/>
        </p:nvSpPr>
        <p:spPr>
          <a:xfrm>
            <a:off x="7877106" y="964760"/>
            <a:ext cx="387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…start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international</a:t>
            </a:r>
            <a:r>
              <a:rPr lang="nl-NL" dirty="0"/>
              <a:t> </a:t>
            </a:r>
            <a:r>
              <a:rPr lang="nl-NL" dirty="0" err="1"/>
              <a:t>career</a:t>
            </a:r>
            <a:r>
              <a:rPr lang="nl-NL" dirty="0"/>
              <a:t>…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1A0E623C-3822-27F2-1E83-8833688CEA93}"/>
              </a:ext>
            </a:extLst>
          </p:cNvPr>
          <p:cNvSpPr txBox="1"/>
          <p:nvPr/>
        </p:nvSpPr>
        <p:spPr>
          <a:xfrm>
            <a:off x="737802" y="3249809"/>
            <a:ext cx="387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…3 girls, </a:t>
            </a:r>
            <a:r>
              <a:rPr lang="nl-NL" dirty="0" err="1"/>
              <a:t>all</a:t>
            </a:r>
            <a:r>
              <a:rPr lang="nl-NL" dirty="0"/>
              <a:t> made in China…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596E238E-0A67-510E-E2ED-53827F9CB684}"/>
              </a:ext>
            </a:extLst>
          </p:cNvPr>
          <p:cNvSpPr txBox="1"/>
          <p:nvPr/>
        </p:nvSpPr>
        <p:spPr>
          <a:xfrm>
            <a:off x="4263230" y="3263061"/>
            <a:ext cx="387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…Veronique </a:t>
            </a:r>
            <a:r>
              <a:rPr lang="nl-NL" dirty="0" err="1"/>
              <a:t>falls</a:t>
            </a:r>
            <a:r>
              <a:rPr lang="nl-NL" dirty="0"/>
              <a:t> </a:t>
            </a:r>
            <a:r>
              <a:rPr lang="nl-NL" dirty="0" err="1"/>
              <a:t>ill</a:t>
            </a:r>
            <a:r>
              <a:rPr lang="nl-NL" dirty="0"/>
              <a:t>…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03C3D2B-2C2F-D9DF-46F5-D96071062E6F}"/>
              </a:ext>
            </a:extLst>
          </p:cNvPr>
          <p:cNvSpPr txBox="1"/>
          <p:nvPr/>
        </p:nvSpPr>
        <p:spPr>
          <a:xfrm>
            <a:off x="7863854" y="3263060"/>
            <a:ext cx="3148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…</a:t>
            </a:r>
            <a:r>
              <a:rPr lang="nl-NL" dirty="0" err="1"/>
              <a:t>death</a:t>
            </a:r>
            <a:r>
              <a:rPr lang="nl-NL" dirty="0"/>
              <a:t> of Derk</a:t>
            </a:r>
          </a:p>
        </p:txBody>
      </p:sp>
      <p:pic>
        <p:nvPicPr>
          <p:cNvPr id="27" name="Afbeelding 26" descr="Afbeelding met kleding, person, persoon, buitenshuis&#10;&#10;Door AI gegenereerde inhoud is mogelijk onjuist.">
            <a:extLst>
              <a:ext uri="{FF2B5EF4-FFF2-40B4-BE49-F238E27FC236}">
                <a16:creationId xmlns:a16="http://schemas.microsoft.com/office/drawing/2014/main" id="{BCF4487D-4385-A47D-DF15-BEE15287B2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457" y="4977656"/>
            <a:ext cx="1571604" cy="1178704"/>
          </a:xfrm>
          <a:prstGeom prst="rect">
            <a:avLst/>
          </a:prstGeom>
        </p:spPr>
      </p:pic>
      <p:pic>
        <p:nvPicPr>
          <p:cNvPr id="29" name="Afbeelding 28" descr="Afbeelding met kleding, persoon, Menselijk gezicht, jeans&#10;&#10;Door AI gegenereerde inhoud is mogelijk onjuist.">
            <a:extLst>
              <a:ext uri="{FF2B5EF4-FFF2-40B4-BE49-F238E27FC236}">
                <a16:creationId xmlns:a16="http://schemas.microsoft.com/office/drawing/2014/main" id="{7E2CD0F2-2AD6-0D61-25DB-2C196F58AE8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013" y="5126504"/>
            <a:ext cx="1288826" cy="966620"/>
          </a:xfrm>
          <a:prstGeom prst="rect">
            <a:avLst/>
          </a:prstGeom>
        </p:spPr>
      </p:pic>
      <p:pic>
        <p:nvPicPr>
          <p:cNvPr id="33" name="Afbeelding 32" descr="Afbeelding met persoon, kleding, person, Menselijk gezicht&#10;&#10;Door AI gegenereerde inhoud is mogelijk onjuist.">
            <a:extLst>
              <a:ext uri="{FF2B5EF4-FFF2-40B4-BE49-F238E27FC236}">
                <a16:creationId xmlns:a16="http://schemas.microsoft.com/office/drawing/2014/main" id="{2F9EF3CE-13BC-811A-7543-87990F42698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375" y="3909211"/>
            <a:ext cx="1718434" cy="966619"/>
          </a:xfrm>
          <a:prstGeom prst="rect">
            <a:avLst/>
          </a:prstGeom>
        </p:spPr>
      </p:pic>
      <p:pic>
        <p:nvPicPr>
          <p:cNvPr id="35" name="Afbeelding 34" descr="Afbeelding met persoon, kleding, Menselijk gezicht, buitenshuis&#10;&#10;Door AI gegenereerde inhoud is mogelijk onjuist.">
            <a:extLst>
              <a:ext uri="{FF2B5EF4-FFF2-40B4-BE49-F238E27FC236}">
                <a16:creationId xmlns:a16="http://schemas.microsoft.com/office/drawing/2014/main" id="{EAFE7EFB-4C06-499A-189C-55D13967199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856" y="3896139"/>
            <a:ext cx="1390194" cy="96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08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9C667-44C8-306C-6F7F-ABB4EBA1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AF8E825-37E3-9260-D388-D3A4A065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Roll up your sleeves and create a better future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7ABA297A-3969-8AB3-E96F-1CB89E557D3F}"/>
              </a:ext>
            </a:extLst>
          </p:cNvPr>
          <p:cNvSpPr txBox="1"/>
          <p:nvPr/>
        </p:nvSpPr>
        <p:spPr>
          <a:xfrm>
            <a:off x="7148032" y="1429151"/>
            <a:ext cx="3526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i="1" dirty="0"/>
              <a:t>“The best way </a:t>
            </a:r>
            <a:r>
              <a:rPr lang="nl-NL" b="1" i="1" dirty="0" err="1"/>
              <a:t>to</a:t>
            </a:r>
            <a:r>
              <a:rPr lang="nl-NL" b="1" i="1" dirty="0"/>
              <a:t> </a:t>
            </a:r>
            <a:r>
              <a:rPr lang="nl-NL" b="1" i="1" dirty="0" err="1"/>
              <a:t>predict</a:t>
            </a:r>
            <a:r>
              <a:rPr lang="nl-NL" b="1" i="1" dirty="0"/>
              <a:t> </a:t>
            </a:r>
            <a:r>
              <a:rPr lang="nl-NL" b="1" i="1" dirty="0" err="1"/>
              <a:t>the</a:t>
            </a:r>
            <a:r>
              <a:rPr lang="nl-NL" b="1" i="1" dirty="0"/>
              <a:t> </a:t>
            </a:r>
            <a:r>
              <a:rPr lang="nl-NL" b="1" i="1" dirty="0" err="1"/>
              <a:t>future</a:t>
            </a:r>
            <a:r>
              <a:rPr lang="nl-NL" b="1" i="1" dirty="0"/>
              <a:t> is </a:t>
            </a:r>
            <a:r>
              <a:rPr lang="nl-NL" b="1" i="1" dirty="0" err="1"/>
              <a:t>to</a:t>
            </a:r>
            <a:r>
              <a:rPr lang="nl-NL" b="1" i="1" dirty="0"/>
              <a:t> </a:t>
            </a:r>
            <a:r>
              <a:rPr lang="nl-NL" b="1" i="1" dirty="0" err="1"/>
              <a:t>create</a:t>
            </a:r>
            <a:r>
              <a:rPr lang="nl-NL" b="1" i="1" dirty="0"/>
              <a:t> </a:t>
            </a:r>
            <a:r>
              <a:rPr lang="nl-NL" b="1" i="1" dirty="0" err="1"/>
              <a:t>it</a:t>
            </a:r>
            <a:r>
              <a:rPr lang="nl-NL" b="1" i="1" dirty="0"/>
              <a:t>”</a:t>
            </a:r>
          </a:p>
          <a:p>
            <a:r>
              <a:rPr lang="nl-NL" b="1" dirty="0"/>
              <a:t>Peter </a:t>
            </a:r>
            <a:r>
              <a:rPr lang="nl-NL" b="1" dirty="0" err="1"/>
              <a:t>Drucker</a:t>
            </a:r>
            <a:endParaRPr lang="nl-NL" b="1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C884D167-2A6E-EB1B-B3FE-F48357664344}"/>
              </a:ext>
            </a:extLst>
          </p:cNvPr>
          <p:cNvSpPr txBox="1"/>
          <p:nvPr/>
        </p:nvSpPr>
        <p:spPr>
          <a:xfrm>
            <a:off x="593000" y="4642801"/>
            <a:ext cx="4906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i="1" dirty="0"/>
              <a:t>“At </a:t>
            </a:r>
            <a:r>
              <a:rPr lang="nl-NL" b="1" i="1" dirty="0" err="1"/>
              <a:t>some</a:t>
            </a:r>
            <a:r>
              <a:rPr lang="nl-NL" b="1" i="1" dirty="0"/>
              <a:t> point, </a:t>
            </a:r>
            <a:r>
              <a:rPr lang="nl-NL" b="1" i="1" dirty="0" err="1"/>
              <a:t>you</a:t>
            </a:r>
            <a:r>
              <a:rPr lang="nl-NL" b="1" i="1" dirty="0"/>
              <a:t> </a:t>
            </a:r>
            <a:r>
              <a:rPr lang="nl-NL" b="1" i="1" dirty="0" err="1"/>
              <a:t>realize</a:t>
            </a:r>
            <a:r>
              <a:rPr lang="nl-NL" b="1" i="1" dirty="0"/>
              <a:t> </a:t>
            </a:r>
            <a:r>
              <a:rPr lang="nl-NL" b="1" i="1" dirty="0" err="1"/>
              <a:t>that</a:t>
            </a:r>
            <a:r>
              <a:rPr lang="nl-NL" b="1" i="1" dirty="0"/>
              <a:t> </a:t>
            </a:r>
            <a:r>
              <a:rPr lang="nl-NL" b="1" i="1" dirty="0" err="1"/>
              <a:t>success</a:t>
            </a:r>
            <a:r>
              <a:rPr lang="nl-NL" b="1" i="1" dirty="0"/>
              <a:t> without </a:t>
            </a:r>
            <a:r>
              <a:rPr lang="nl-NL" b="1" i="1" dirty="0" err="1"/>
              <a:t>significance</a:t>
            </a:r>
            <a:r>
              <a:rPr lang="nl-NL" b="1" i="1" dirty="0"/>
              <a:t> is </a:t>
            </a:r>
            <a:r>
              <a:rPr lang="nl-NL" b="1" i="1" dirty="0" err="1"/>
              <a:t>just</a:t>
            </a:r>
            <a:r>
              <a:rPr lang="nl-NL" b="1" i="1" dirty="0"/>
              <a:t> </a:t>
            </a:r>
            <a:r>
              <a:rPr lang="nl-NL" b="1" i="1" dirty="0" err="1"/>
              <a:t>noise</a:t>
            </a:r>
            <a:r>
              <a:rPr lang="nl-NL" b="1" i="1" dirty="0"/>
              <a:t>”</a:t>
            </a:r>
          </a:p>
          <a:p>
            <a:r>
              <a:rPr lang="nl-NL" b="1" dirty="0" err="1"/>
              <a:t>Inspired</a:t>
            </a:r>
            <a:r>
              <a:rPr lang="nl-NL" b="1" dirty="0"/>
              <a:t> </a:t>
            </a:r>
            <a:r>
              <a:rPr lang="nl-NL" b="1" dirty="0" err="1"/>
              <a:t>by</a:t>
            </a:r>
            <a:r>
              <a:rPr lang="nl-NL" b="1" dirty="0"/>
              <a:t> Paul Polman</a:t>
            </a:r>
          </a:p>
        </p:txBody>
      </p:sp>
      <p:pic>
        <p:nvPicPr>
          <p:cNvPr id="6" name="Afbeelding 5" descr="Afbeelding met Menselijk gezicht, persoon, pak, microfoon&#10;&#10;Door AI gegenereerde inhoud is mogelijk onjuist.">
            <a:extLst>
              <a:ext uri="{FF2B5EF4-FFF2-40B4-BE49-F238E27FC236}">
                <a16:creationId xmlns:a16="http://schemas.microsoft.com/office/drawing/2014/main" id="{2E8D1B8B-0C90-E232-B149-207986A5B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8395" y="1178048"/>
            <a:ext cx="4469710" cy="3228124"/>
          </a:xfrm>
          <a:prstGeom prst="rect">
            <a:avLst/>
          </a:prstGeom>
        </p:spPr>
      </p:pic>
      <p:pic>
        <p:nvPicPr>
          <p:cNvPr id="9" name="Afbeelding 8" descr="Afbeelding met tekst, Menselijk gezicht, person, persoon&#10;&#10;Door AI gegenereerde inhoud is mogelijk onjuist.">
            <a:extLst>
              <a:ext uri="{FF2B5EF4-FFF2-40B4-BE49-F238E27FC236}">
                <a16:creationId xmlns:a16="http://schemas.microsoft.com/office/drawing/2014/main" id="{4FDE4264-0CBB-0620-C88E-E962F86A0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913989" y="2561824"/>
            <a:ext cx="4048125" cy="2867025"/>
          </a:xfrm>
          <a:prstGeom prst="rect">
            <a:avLst/>
          </a:prstGeom>
        </p:spPr>
      </p:pic>
      <p:pic>
        <p:nvPicPr>
          <p:cNvPr id="13" name="Afbeelding 12" descr="Afbeelding met tekst, boek, Lettertype, poster&#10;&#10;Door AI gegenereerde inhoud is mogelijk onjuist.">
            <a:extLst>
              <a:ext uri="{FF2B5EF4-FFF2-40B4-BE49-F238E27FC236}">
                <a16:creationId xmlns:a16="http://schemas.microsoft.com/office/drawing/2014/main" id="{C2B28771-7943-1947-2EAF-62097B134A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261738" y="2971399"/>
            <a:ext cx="158115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29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2A4ED-5EB9-00F7-0B56-32B35372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14DD7B7-3F3D-D667-93CF-00979AD92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Building an Impact Venture starts with </a:t>
            </a:r>
            <a:r>
              <a:rPr lang="en-GB" b="1" i="1" dirty="0"/>
              <a:t>fundraising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13C4E-2B72-8D83-4F38-CBE1684AA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24" y="1319972"/>
            <a:ext cx="10914828" cy="26530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121E48-FB9D-6761-C943-06C5F64E03CD}"/>
              </a:ext>
            </a:extLst>
          </p:cNvPr>
          <p:cNvSpPr txBox="1"/>
          <p:nvPr/>
        </p:nvSpPr>
        <p:spPr>
          <a:xfrm>
            <a:off x="3670663" y="4361103"/>
            <a:ext cx="33179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These funds </a:t>
            </a:r>
            <a:r>
              <a:rPr lang="nl-NL" b="1" dirty="0"/>
              <a:t>do </a:t>
            </a:r>
            <a:r>
              <a:rPr lang="nl-NL" b="1" dirty="0" err="1"/>
              <a:t>not</a:t>
            </a:r>
            <a:r>
              <a:rPr lang="nl-NL" b="1" dirty="0"/>
              <a:t> </a:t>
            </a:r>
            <a:r>
              <a:rPr lang="nl-NL" b="1" dirty="0" err="1"/>
              <a:t>dilute</a:t>
            </a:r>
            <a:r>
              <a:rPr lang="nl-NL" b="1" dirty="0"/>
              <a:t> </a:t>
            </a:r>
            <a:r>
              <a:rPr lang="nl-NL" dirty="0" err="1"/>
              <a:t>ownership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Loans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Grants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Subsidies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8DC2C4-3352-24CB-4331-D67F412C62E9}"/>
              </a:ext>
            </a:extLst>
          </p:cNvPr>
          <p:cNvSpPr txBox="1"/>
          <p:nvPr/>
        </p:nvSpPr>
        <p:spPr>
          <a:xfrm>
            <a:off x="7500541" y="4361103"/>
            <a:ext cx="3317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These funds </a:t>
            </a:r>
            <a:r>
              <a:rPr lang="nl-NL" b="1" dirty="0" err="1"/>
              <a:t>dilute</a:t>
            </a:r>
            <a:r>
              <a:rPr lang="nl-NL" dirty="0"/>
              <a:t> </a:t>
            </a:r>
            <a:r>
              <a:rPr lang="nl-NL" dirty="0" err="1"/>
              <a:t>ownership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Equity</a:t>
            </a:r>
            <a:r>
              <a:rPr lang="nl-NL" dirty="0"/>
              <a:t> investment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Convertible </a:t>
            </a:r>
            <a:r>
              <a:rPr lang="nl-NL" dirty="0" err="1"/>
              <a:t>loans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191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D45D2B-D473-47EF-685C-87CFD7F91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672" y="1457739"/>
            <a:ext cx="9271620" cy="4400623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45B571C9-884D-CF74-26D8-FBF24D99E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Dilutive</a:t>
            </a:r>
            <a:r>
              <a:rPr lang="nl-NL" dirty="0"/>
              <a:t> </a:t>
            </a:r>
            <a:r>
              <a:rPr lang="nl-NL" dirty="0" err="1"/>
              <a:t>financing</a:t>
            </a:r>
            <a:r>
              <a:rPr lang="nl-NL" dirty="0"/>
              <a:t>: different sources </a:t>
            </a:r>
            <a:r>
              <a:rPr lang="nl-NL" dirty="0" err="1"/>
              <a:t>for</a:t>
            </a:r>
            <a:r>
              <a:rPr lang="nl-NL" dirty="0"/>
              <a:t> different stages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6DD7994-74E0-2ACA-9A76-02986DBAF8F0}"/>
              </a:ext>
            </a:extLst>
          </p:cNvPr>
          <p:cNvSpPr/>
          <p:nvPr/>
        </p:nvSpPr>
        <p:spPr>
          <a:xfrm>
            <a:off x="784395" y="2345635"/>
            <a:ext cx="768626" cy="290222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412035-DD1C-6D8F-2080-D4D1B45F9846}"/>
              </a:ext>
            </a:extLst>
          </p:cNvPr>
          <p:cNvSpPr txBox="1"/>
          <p:nvPr/>
        </p:nvSpPr>
        <p:spPr>
          <a:xfrm>
            <a:off x="784395" y="1789611"/>
            <a:ext cx="126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Early</a:t>
            </a:r>
            <a:r>
              <a:rPr lang="nl-NL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551429-95B6-DFDB-1146-1BF6B774893C}"/>
              </a:ext>
            </a:extLst>
          </p:cNvPr>
          <p:cNvSpPr txBox="1"/>
          <p:nvPr/>
        </p:nvSpPr>
        <p:spPr>
          <a:xfrm>
            <a:off x="784395" y="5383596"/>
            <a:ext cx="126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…later </a:t>
            </a:r>
          </a:p>
        </p:txBody>
      </p:sp>
    </p:spTree>
    <p:extLst>
      <p:ext uri="{BB962C8B-B14F-4D97-AF65-F5344CB8AC3E}">
        <p14:creationId xmlns:p14="http://schemas.microsoft.com/office/powerpoint/2010/main" val="1516459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EB6CB-5F13-65FF-6B69-02868E556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Milestone</a:t>
            </a:r>
            <a:r>
              <a:rPr lang="nl-NL" dirty="0"/>
              <a:t>: </a:t>
            </a:r>
            <a:r>
              <a:rPr lang="nl-NL" dirty="0" err="1"/>
              <a:t>an</a:t>
            </a:r>
            <a:r>
              <a:rPr lang="nl-NL" dirty="0"/>
              <a:t> agreement </a:t>
            </a:r>
            <a:r>
              <a:rPr lang="nl-NL" dirty="0" err="1"/>
              <a:t>to</a:t>
            </a:r>
            <a:r>
              <a:rPr lang="nl-NL" dirty="0"/>
              <a:t> hit a </a:t>
            </a:r>
            <a:r>
              <a:rPr lang="nl-NL" b="1" i="1" dirty="0" err="1"/>
              <a:t>value</a:t>
            </a:r>
            <a:r>
              <a:rPr lang="nl-NL" b="1" i="1" dirty="0"/>
              <a:t> </a:t>
            </a:r>
            <a:r>
              <a:rPr lang="nl-NL" b="1" i="1" dirty="0" err="1"/>
              <a:t>inflection</a:t>
            </a:r>
            <a:r>
              <a:rPr lang="nl-NL" b="1" i="1" dirty="0"/>
              <a:t> point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1529B6-242D-8A1C-A953-925B5211AE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F42F35-832B-479E-8CFD-A4FF4A197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0" t="14879" r="17391" b="16521"/>
          <a:stretch>
            <a:fillRect/>
          </a:stretch>
        </p:blipFill>
        <p:spPr bwMode="auto">
          <a:xfrm>
            <a:off x="2345634" y="926072"/>
            <a:ext cx="7500731" cy="3938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021D44-BD5D-216A-F992-CBE435674A42}"/>
              </a:ext>
            </a:extLst>
          </p:cNvPr>
          <p:cNvSpPr/>
          <p:nvPr/>
        </p:nvSpPr>
        <p:spPr>
          <a:xfrm>
            <a:off x="198783" y="5062330"/>
            <a:ext cx="11834191" cy="7553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b="1" i="1" dirty="0">
                <a:solidFill>
                  <a:schemeClr val="tx1"/>
                </a:solidFill>
              </a:rPr>
              <a:t>Value </a:t>
            </a:r>
            <a:r>
              <a:rPr lang="nl-NL" sz="2400" b="1" i="1" dirty="0" err="1">
                <a:solidFill>
                  <a:schemeClr val="tx1"/>
                </a:solidFill>
              </a:rPr>
              <a:t>Inflection</a:t>
            </a:r>
            <a:r>
              <a:rPr lang="nl-NL" sz="2400" b="1" i="1" dirty="0">
                <a:solidFill>
                  <a:schemeClr val="tx1"/>
                </a:solidFill>
              </a:rPr>
              <a:t> Point</a:t>
            </a:r>
            <a:r>
              <a:rPr lang="nl-NL" sz="2400" dirty="0">
                <a:solidFill>
                  <a:schemeClr val="tx1"/>
                </a:solidFill>
              </a:rPr>
              <a:t>: </a:t>
            </a:r>
            <a:r>
              <a:rPr lang="nl-NL" sz="2400" dirty="0" err="1">
                <a:solidFill>
                  <a:schemeClr val="tx1"/>
                </a:solidFill>
              </a:rPr>
              <a:t>the</a:t>
            </a:r>
            <a:r>
              <a:rPr lang="nl-NL" sz="2400" dirty="0">
                <a:solidFill>
                  <a:schemeClr val="tx1"/>
                </a:solidFill>
              </a:rPr>
              <a:t> venture </a:t>
            </a:r>
            <a:r>
              <a:rPr lang="nl-NL" sz="2400" dirty="0" err="1">
                <a:solidFill>
                  <a:schemeClr val="tx1"/>
                </a:solidFill>
              </a:rPr>
              <a:t>will</a:t>
            </a:r>
            <a:r>
              <a:rPr lang="nl-NL" sz="2400" dirty="0">
                <a:solidFill>
                  <a:schemeClr val="tx1"/>
                </a:solidFill>
              </a:rPr>
              <a:t> </a:t>
            </a:r>
            <a:r>
              <a:rPr lang="nl-NL" sz="2400" dirty="0" err="1">
                <a:solidFill>
                  <a:schemeClr val="tx1"/>
                </a:solidFill>
              </a:rPr>
              <a:t>be</a:t>
            </a:r>
            <a:r>
              <a:rPr lang="nl-NL" sz="2400" dirty="0">
                <a:solidFill>
                  <a:schemeClr val="tx1"/>
                </a:solidFill>
              </a:rPr>
              <a:t> </a:t>
            </a:r>
            <a:r>
              <a:rPr lang="nl-NL" sz="2400" dirty="0" err="1">
                <a:solidFill>
                  <a:schemeClr val="tx1"/>
                </a:solidFill>
              </a:rPr>
              <a:t>worth</a:t>
            </a:r>
            <a:r>
              <a:rPr lang="nl-NL" sz="2400" dirty="0">
                <a:solidFill>
                  <a:schemeClr val="tx1"/>
                </a:solidFill>
              </a:rPr>
              <a:t> more </a:t>
            </a:r>
            <a:r>
              <a:rPr lang="nl-NL" sz="2400" dirty="0" err="1">
                <a:solidFill>
                  <a:schemeClr val="tx1"/>
                </a:solidFill>
              </a:rPr>
              <a:t>after</a:t>
            </a:r>
            <a:r>
              <a:rPr lang="nl-NL" sz="2400" dirty="0">
                <a:solidFill>
                  <a:schemeClr val="tx1"/>
                </a:solidFill>
              </a:rPr>
              <a:t> </a:t>
            </a:r>
            <a:r>
              <a:rPr lang="nl-NL" sz="2400" dirty="0" err="1">
                <a:solidFill>
                  <a:schemeClr val="tx1"/>
                </a:solidFill>
              </a:rPr>
              <a:t>this</a:t>
            </a:r>
            <a:r>
              <a:rPr lang="nl-NL" sz="2400" dirty="0">
                <a:solidFill>
                  <a:schemeClr val="tx1"/>
                </a:solidFill>
              </a:rPr>
              <a:t>. </a:t>
            </a:r>
            <a:r>
              <a:rPr lang="nl-NL" sz="2400" dirty="0" err="1">
                <a:solidFill>
                  <a:schemeClr val="tx1"/>
                </a:solidFill>
              </a:rPr>
              <a:t>Example</a:t>
            </a:r>
            <a:r>
              <a:rPr lang="nl-NL" sz="2400" dirty="0">
                <a:solidFill>
                  <a:schemeClr val="tx1"/>
                </a:solidFill>
              </a:rPr>
              <a:t>: </a:t>
            </a:r>
            <a:r>
              <a:rPr lang="nl-NL" sz="2400" dirty="0" err="1">
                <a:solidFill>
                  <a:schemeClr val="tx1"/>
                </a:solidFill>
              </a:rPr>
              <a:t>the</a:t>
            </a:r>
            <a:r>
              <a:rPr lang="nl-NL" sz="2400" dirty="0">
                <a:solidFill>
                  <a:schemeClr val="tx1"/>
                </a:solidFill>
              </a:rPr>
              <a:t> product is </a:t>
            </a:r>
            <a:r>
              <a:rPr lang="nl-NL" sz="2400" dirty="0" err="1">
                <a:solidFill>
                  <a:schemeClr val="tx1"/>
                </a:solidFill>
              </a:rPr>
              <a:t>working</a:t>
            </a:r>
            <a:r>
              <a:rPr lang="nl-NL" sz="2400" dirty="0">
                <a:solidFill>
                  <a:schemeClr val="tx1"/>
                </a:solidFill>
              </a:rPr>
              <a:t>, </a:t>
            </a:r>
            <a:r>
              <a:rPr lang="nl-NL" sz="2400" dirty="0" err="1">
                <a:solidFill>
                  <a:schemeClr val="tx1"/>
                </a:solidFill>
              </a:rPr>
              <a:t>there</a:t>
            </a:r>
            <a:r>
              <a:rPr lang="nl-NL" sz="2400" dirty="0">
                <a:solidFill>
                  <a:schemeClr val="tx1"/>
                </a:solidFill>
              </a:rPr>
              <a:t> is a customer, </a:t>
            </a:r>
            <a:r>
              <a:rPr lang="nl-NL" sz="2400" dirty="0" err="1">
                <a:solidFill>
                  <a:schemeClr val="tx1"/>
                </a:solidFill>
              </a:rPr>
              <a:t>there</a:t>
            </a:r>
            <a:r>
              <a:rPr lang="nl-NL" sz="2400" dirty="0">
                <a:solidFill>
                  <a:schemeClr val="tx1"/>
                </a:solidFill>
              </a:rPr>
              <a:t> is (significant) </a:t>
            </a:r>
            <a:r>
              <a:rPr lang="nl-NL" sz="2400" dirty="0" err="1">
                <a:solidFill>
                  <a:schemeClr val="tx1"/>
                </a:solidFill>
              </a:rPr>
              <a:t>revenue</a:t>
            </a:r>
            <a:endParaRPr lang="nl-N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89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908A6-9B8F-7106-89EC-1797F134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Financiers </a:t>
            </a:r>
            <a:r>
              <a:rPr lang="nl-NL" dirty="0" err="1"/>
              <a:t>use</a:t>
            </a:r>
            <a:r>
              <a:rPr lang="nl-NL" dirty="0"/>
              <a:t> standard </a:t>
            </a:r>
            <a:r>
              <a:rPr lang="nl-NL" dirty="0" err="1"/>
              <a:t>names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milestones</a:t>
            </a:r>
            <a:r>
              <a:rPr lang="nl-NL" dirty="0"/>
              <a:t>: series X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5720F1-2D50-C853-4C27-92505806EE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1D98B88-772E-EE4F-6AB3-B1EED85F05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8" t="13504" r="12282" b="10918"/>
          <a:stretch>
            <a:fillRect/>
          </a:stretch>
        </p:blipFill>
        <p:spPr bwMode="auto">
          <a:xfrm>
            <a:off x="1347994" y="992333"/>
            <a:ext cx="9770579" cy="518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86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6261CD-2266-8E0C-1D1E-0AAC8B8E4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Cap </a:t>
            </a:r>
            <a:r>
              <a:rPr lang="nl-NL" dirty="0" err="1"/>
              <a:t>table</a:t>
            </a:r>
            <a:r>
              <a:rPr lang="nl-NL" dirty="0"/>
              <a:t>: </a:t>
            </a:r>
            <a:r>
              <a:rPr lang="nl-NL" dirty="0" err="1"/>
              <a:t>who</a:t>
            </a:r>
            <a:r>
              <a:rPr lang="nl-NL" dirty="0"/>
              <a:t> </a:t>
            </a:r>
            <a:r>
              <a:rPr lang="nl-NL" dirty="0" err="1"/>
              <a:t>owns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percentage of </a:t>
            </a:r>
            <a:r>
              <a:rPr lang="nl-NL" dirty="0" err="1"/>
              <a:t>the</a:t>
            </a:r>
            <a:r>
              <a:rPr lang="nl-NL" dirty="0"/>
              <a:t> company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DB9D33-7930-937B-8026-900B9906251A}"/>
              </a:ext>
            </a:extLst>
          </p:cNvPr>
          <p:cNvCxnSpPr/>
          <p:nvPr/>
        </p:nvCxnSpPr>
        <p:spPr>
          <a:xfrm>
            <a:off x="7858539" y="2173356"/>
            <a:ext cx="38298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EBFA05E-9E9B-9F05-7FC1-B40C18C5B6E2}"/>
              </a:ext>
            </a:extLst>
          </p:cNvPr>
          <p:cNvSpPr txBox="1"/>
          <p:nvPr/>
        </p:nvSpPr>
        <p:spPr>
          <a:xfrm>
            <a:off x="7858539" y="1409843"/>
            <a:ext cx="4081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i="1" dirty="0"/>
              <a:t>…</a:t>
            </a:r>
            <a:r>
              <a:rPr lang="nl-NL" b="1" i="1" dirty="0" err="1"/>
              <a:t>Learnings</a:t>
            </a:r>
            <a:r>
              <a:rPr lang="nl-NL" b="1" i="1" dirty="0"/>
              <a:t> </a:t>
            </a:r>
            <a:r>
              <a:rPr lang="nl-NL" b="1" i="1" dirty="0" err="1"/>
              <a:t>and</a:t>
            </a:r>
            <a:r>
              <a:rPr lang="nl-NL" b="1" i="1" dirty="0"/>
              <a:t> </a:t>
            </a:r>
            <a:r>
              <a:rPr lang="nl-NL" b="1" i="1" dirty="0" err="1"/>
              <a:t>watch</a:t>
            </a:r>
            <a:r>
              <a:rPr lang="nl-NL" b="1" i="1" dirty="0"/>
              <a:t>-outs </a:t>
            </a:r>
            <a:r>
              <a:rPr lang="nl-NL" b="1" i="1" dirty="0" err="1"/>
              <a:t>when</a:t>
            </a:r>
            <a:r>
              <a:rPr lang="nl-NL" b="1" i="1" dirty="0"/>
              <a:t> </a:t>
            </a:r>
            <a:r>
              <a:rPr lang="nl-NL" b="1" i="1" dirty="0" err="1"/>
              <a:t>taking</a:t>
            </a:r>
            <a:r>
              <a:rPr lang="nl-NL" b="1" i="1" dirty="0"/>
              <a:t> on </a:t>
            </a:r>
            <a:r>
              <a:rPr lang="nl-NL" b="1" i="1" dirty="0" err="1"/>
              <a:t>dilutive</a:t>
            </a:r>
            <a:r>
              <a:rPr lang="nl-NL" b="1" i="1" dirty="0"/>
              <a:t> investment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99AC30-DD98-207D-4769-B76EDBDFB4C9}"/>
              </a:ext>
            </a:extLst>
          </p:cNvPr>
          <p:cNvSpPr txBox="1"/>
          <p:nvPr/>
        </p:nvSpPr>
        <p:spPr>
          <a:xfrm>
            <a:off x="7858539" y="2334113"/>
            <a:ext cx="37636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Dilution</a:t>
            </a:r>
            <a:r>
              <a:rPr lang="nl-NL" dirty="0"/>
              <a:t> sounds </a:t>
            </a:r>
            <a:r>
              <a:rPr lang="nl-NL" dirty="0" err="1"/>
              <a:t>scary</a:t>
            </a:r>
            <a:r>
              <a:rPr lang="nl-NL" dirty="0"/>
              <a:t> but is </a:t>
            </a:r>
            <a:r>
              <a:rPr lang="nl-NL" dirty="0" err="1"/>
              <a:t>good</a:t>
            </a:r>
            <a:r>
              <a:rPr lang="nl-NL" dirty="0"/>
              <a:t> as long as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stake</a:t>
            </a:r>
            <a:r>
              <a:rPr lang="nl-NL" dirty="0"/>
              <a:t> is </a:t>
            </a:r>
            <a:r>
              <a:rPr lang="nl-NL" dirty="0" err="1"/>
              <a:t>becoming</a:t>
            </a:r>
            <a:r>
              <a:rPr lang="nl-NL" dirty="0"/>
              <a:t> more </a:t>
            </a:r>
            <a:r>
              <a:rPr lang="nl-NL" dirty="0" err="1"/>
              <a:t>valuable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dilution</a:t>
            </a:r>
            <a:r>
              <a:rPr lang="nl-NL" dirty="0"/>
              <a:t> </a:t>
            </a:r>
            <a:r>
              <a:rPr lang="nl-NL" dirty="0" err="1"/>
              <a:t>comes</a:t>
            </a:r>
            <a:r>
              <a:rPr lang="nl-NL" dirty="0"/>
              <a:t> changes in </a:t>
            </a:r>
            <a:r>
              <a:rPr lang="nl-NL" dirty="0" err="1"/>
              <a:t>ownership</a:t>
            </a:r>
            <a:r>
              <a:rPr lang="nl-NL" dirty="0"/>
              <a:t> = change in </a:t>
            </a:r>
            <a:r>
              <a:rPr lang="nl-NL" dirty="0" err="1"/>
              <a:t>who</a:t>
            </a:r>
            <a:r>
              <a:rPr lang="nl-NL" dirty="0"/>
              <a:t> </a:t>
            </a:r>
            <a:r>
              <a:rPr lang="nl-NL" dirty="0" err="1"/>
              <a:t>controls</a:t>
            </a:r>
            <a:r>
              <a:rPr lang="nl-NL" dirty="0"/>
              <a:t> </a:t>
            </a:r>
            <a:r>
              <a:rPr lang="nl-NL" dirty="0" err="1"/>
              <a:t>what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Watch out </a:t>
            </a:r>
            <a:r>
              <a:rPr lang="nl-NL" dirty="0" err="1"/>
              <a:t>for</a:t>
            </a:r>
            <a:r>
              <a:rPr lang="nl-NL" dirty="0"/>
              <a:t> ‘special </a:t>
            </a:r>
            <a:r>
              <a:rPr lang="nl-NL" dirty="0" err="1"/>
              <a:t>rights</a:t>
            </a:r>
            <a:r>
              <a:rPr lang="nl-NL" dirty="0"/>
              <a:t>’,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often</a:t>
            </a:r>
            <a:r>
              <a:rPr lang="nl-NL" dirty="0"/>
              <a:t>, </a:t>
            </a:r>
            <a:r>
              <a:rPr lang="nl-NL" dirty="0" err="1"/>
              <a:t>founders</a:t>
            </a:r>
            <a:r>
              <a:rPr lang="nl-NL" dirty="0"/>
              <a:t> end up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nothing</a:t>
            </a:r>
            <a:r>
              <a:rPr lang="nl-NL" dirty="0"/>
              <a:t>, even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company is </a:t>
            </a:r>
            <a:r>
              <a:rPr lang="nl-NL" dirty="0" err="1"/>
              <a:t>sold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millions</a:t>
            </a:r>
            <a:endParaRPr lang="nl-NL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4904D5C-4FC8-4102-64DE-A7C6B88B8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522481"/>
              </p:ext>
            </p:extLst>
          </p:nvPr>
        </p:nvGraphicFramePr>
        <p:xfrm>
          <a:off x="89550" y="2886772"/>
          <a:ext cx="7540288" cy="2508377"/>
        </p:xfrm>
        <a:graphic>
          <a:graphicData uri="http://schemas.openxmlformats.org/drawingml/2006/table">
            <a:tbl>
              <a:tblPr/>
              <a:tblGrid>
                <a:gridCol w="1501385">
                  <a:extLst>
                    <a:ext uri="{9D8B030D-6E8A-4147-A177-3AD203B41FA5}">
                      <a16:colId xmlns:a16="http://schemas.microsoft.com/office/drawing/2014/main" val="659884190"/>
                    </a:ext>
                  </a:extLst>
                </a:gridCol>
                <a:gridCol w="1112137">
                  <a:extLst>
                    <a:ext uri="{9D8B030D-6E8A-4147-A177-3AD203B41FA5}">
                      <a16:colId xmlns:a16="http://schemas.microsoft.com/office/drawing/2014/main" val="633591764"/>
                    </a:ext>
                  </a:extLst>
                </a:gridCol>
                <a:gridCol w="1101015">
                  <a:extLst>
                    <a:ext uri="{9D8B030D-6E8A-4147-A177-3AD203B41FA5}">
                      <a16:colId xmlns:a16="http://schemas.microsoft.com/office/drawing/2014/main" val="1252469375"/>
                    </a:ext>
                  </a:extLst>
                </a:gridCol>
                <a:gridCol w="1323443">
                  <a:extLst>
                    <a:ext uri="{9D8B030D-6E8A-4147-A177-3AD203B41FA5}">
                      <a16:colId xmlns:a16="http://schemas.microsoft.com/office/drawing/2014/main" val="1772867958"/>
                    </a:ext>
                  </a:extLst>
                </a:gridCol>
                <a:gridCol w="1112137">
                  <a:extLst>
                    <a:ext uri="{9D8B030D-6E8A-4147-A177-3AD203B41FA5}">
                      <a16:colId xmlns:a16="http://schemas.microsoft.com/office/drawing/2014/main" val="1137403613"/>
                    </a:ext>
                  </a:extLst>
                </a:gridCol>
                <a:gridCol w="1390171">
                  <a:extLst>
                    <a:ext uri="{9D8B030D-6E8A-4147-A177-3AD203B41FA5}">
                      <a16:colId xmlns:a16="http://schemas.microsoft.com/office/drawing/2014/main" val="3848146737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l-NL">
                          <a:effectLst/>
                        </a:rPr>
                        <a:t>Incorporation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l-NL">
                          <a:effectLst/>
                        </a:rPr>
                        <a:t>Pre-seed round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l-NL">
                          <a:effectLst/>
                        </a:rPr>
                        <a:t>Pre-seed cap table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l-NL">
                          <a:effectLst/>
                        </a:rPr>
                        <a:t>Seed round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l-NL">
                          <a:effectLst/>
                        </a:rPr>
                        <a:t>Seed cap table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88682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l-NL">
                          <a:effectLst/>
                        </a:rPr>
                        <a:t>Founders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80%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64%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48%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653924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l-NL">
                          <a:effectLst/>
                        </a:rPr>
                        <a:t>University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20%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16%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12%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1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l-NL">
                          <a:effectLst/>
                        </a:rPr>
                        <a:t>Angel investor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250,000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20%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15%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216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l-NL">
                          <a:effectLst/>
                        </a:rPr>
                        <a:t>Venture Capital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1,000,000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25%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28866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84708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l-NL">
                          <a:effectLst/>
                        </a:rPr>
                        <a:t>Pre-money valuation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1,000,000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 dirty="0">
                          <a:effectLst/>
                        </a:rPr>
                        <a:t>3,000,000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89563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l-NL">
                          <a:effectLst/>
                        </a:rPr>
                        <a:t>Post-money valuation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>
                          <a:effectLst/>
                        </a:rPr>
                        <a:t>1,250,000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nl-NL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nl-NL" dirty="0">
                          <a:effectLst/>
                        </a:rPr>
                        <a:t>4,000,000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10908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2FC31D6-688C-D86E-5EB7-52FB6B698BD5}"/>
              </a:ext>
            </a:extLst>
          </p:cNvPr>
          <p:cNvSpPr txBox="1"/>
          <p:nvPr/>
        </p:nvSpPr>
        <p:spPr>
          <a:xfrm>
            <a:off x="251790" y="1462851"/>
            <a:ext cx="7215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i="1" dirty="0"/>
              <a:t>Sample: </a:t>
            </a:r>
            <a:r>
              <a:rPr lang="nl-NL" b="1" i="1" dirty="0" err="1"/>
              <a:t>what</a:t>
            </a:r>
            <a:r>
              <a:rPr lang="nl-NL" b="1" i="1" dirty="0"/>
              <a:t> </a:t>
            </a:r>
            <a:r>
              <a:rPr lang="nl-NL" b="1" i="1" dirty="0" err="1"/>
              <a:t>happens</a:t>
            </a:r>
            <a:r>
              <a:rPr lang="nl-NL" b="1" i="1" dirty="0"/>
              <a:t> over time </a:t>
            </a:r>
            <a:r>
              <a:rPr lang="nl-NL" b="1" i="1" dirty="0" err="1"/>
              <a:t>to</a:t>
            </a:r>
            <a:r>
              <a:rPr lang="nl-NL" b="1" i="1" dirty="0"/>
              <a:t> </a:t>
            </a:r>
            <a:r>
              <a:rPr lang="nl-NL" b="1" i="1" dirty="0" err="1"/>
              <a:t>shareholder</a:t>
            </a:r>
            <a:r>
              <a:rPr lang="nl-NL" b="1" i="1" dirty="0"/>
              <a:t> % (=cap </a:t>
            </a:r>
            <a:r>
              <a:rPr lang="nl-NL" b="1" i="1" dirty="0" err="1"/>
              <a:t>table</a:t>
            </a:r>
            <a:r>
              <a:rPr lang="nl-NL" b="1" i="1" dirty="0"/>
              <a:t>) as more </a:t>
            </a:r>
            <a:r>
              <a:rPr lang="nl-NL" b="1" i="1" dirty="0" err="1"/>
              <a:t>investors</a:t>
            </a:r>
            <a:r>
              <a:rPr lang="nl-NL" b="1" i="1" dirty="0"/>
              <a:t> </a:t>
            </a:r>
            <a:r>
              <a:rPr lang="nl-NL" b="1" i="1" dirty="0" err="1"/>
              <a:t>join</a:t>
            </a:r>
            <a:r>
              <a:rPr lang="nl-NL" b="1" i="1" dirty="0"/>
              <a:t>…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AC165D-26F9-73AB-E37F-91BEEB93FA9C}"/>
              </a:ext>
            </a:extLst>
          </p:cNvPr>
          <p:cNvCxnSpPr>
            <a:cxnSpLocks/>
          </p:cNvCxnSpPr>
          <p:nvPr/>
        </p:nvCxnSpPr>
        <p:spPr>
          <a:xfrm>
            <a:off x="251791" y="2173356"/>
            <a:ext cx="72158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055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8E9A-0ECB-78C4-9850-E3556AA49B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4140" y="0"/>
            <a:ext cx="10345737" cy="863600"/>
          </a:xfrm>
        </p:spPr>
        <p:txBody>
          <a:bodyPr/>
          <a:lstStyle/>
          <a:p>
            <a:r>
              <a:rPr lang="nl-NL" dirty="0"/>
              <a:t>P&amp;L: Do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numbers</a:t>
            </a:r>
            <a:r>
              <a:rPr lang="nl-NL" dirty="0"/>
              <a:t> or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look </a:t>
            </a:r>
            <a:r>
              <a:rPr lang="nl-NL" dirty="0" err="1"/>
              <a:t>beyond</a:t>
            </a:r>
            <a:r>
              <a:rPr lang="nl-NL" dirty="0"/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721F5-7722-E6E0-81DC-303CBB6F2227}"/>
              </a:ext>
            </a:extLst>
          </p:cNvPr>
          <p:cNvSpPr/>
          <p:nvPr/>
        </p:nvSpPr>
        <p:spPr>
          <a:xfrm>
            <a:off x="2104836" y="1517374"/>
            <a:ext cx="1259632" cy="436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890E47-5A57-0FD0-BD08-18EB52A1D8CE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4434492"/>
              </p:ext>
            </p:extLst>
          </p:nvPr>
        </p:nvGraphicFramePr>
        <p:xfrm>
          <a:off x="5589105" y="1160530"/>
          <a:ext cx="6099312" cy="539927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5736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262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P&amp;L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3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CSG 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-2.4% CSG, 11.7% lower than Sep FC or EUR -14.1M.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-9.9M sales in NAM mainly related to operational issues and softening of demand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-2.4M sales in Greater China mainly related to supply shortages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-2.2M sales in Japan due to softening in demand</a:t>
                      </a:r>
                      <a:endParaRPr lang="en-US" sz="1100" b="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94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IGM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-2M or 1.7% impact of GIT write of in NAM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-3.4M or 2.9% unknown, deep dive has been initiated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94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TPW 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0.3M higher than FC or -0.5% of sales</a:t>
                      </a:r>
                      <a:endParaRPr lang="en-US" sz="1100" b="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4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A&amp;P 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2.8M lower or 0.5% of sales, all in retail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1.1M lower in NAM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0.6M lower in GC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3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OFSE 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-0.3M higher than Sep FC or 1.6% of sales, all in </a:t>
                      </a:r>
                      <a:r>
                        <a:rPr lang="en-US" sz="1100" b="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rtail</a:t>
                      </a:r>
                      <a:endParaRPr lang="en-US" sz="11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0.5M higher spend in NAM (validate retail comments which indicate this will be corrected in November)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71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R&amp;D 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+0.2M lower than SEP FC. -0.3% higher as % of sales</a:t>
                      </a:r>
                      <a:endParaRPr lang="en-US" sz="1100" b="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3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G&amp;A 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-+0.2M lower than Sep FC, mainly in Discus and NL HQ</a:t>
                      </a:r>
                      <a:endParaRPr lang="en-US" sz="1100" b="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271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Adj</a:t>
                      </a: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EBITA 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-2.1% lower than Jun FC, or -8.4M. Mainly related to lower margins -0.9% paired with -1.1% higher NMC despite -4.7M savings in 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7005820-48AE-EB2C-7861-42A9BED75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49" y="1196973"/>
            <a:ext cx="4134605" cy="477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75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67AB1-1881-92B3-29A8-35A4A143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382C-3386-BD29-334A-12D4608888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4140" y="0"/>
            <a:ext cx="10345737" cy="863600"/>
          </a:xfrm>
        </p:spPr>
        <p:txBody>
          <a:bodyPr/>
          <a:lstStyle/>
          <a:p>
            <a:r>
              <a:rPr lang="nl-NL" dirty="0"/>
              <a:t>P&amp;L: Do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numbers</a:t>
            </a:r>
            <a:r>
              <a:rPr lang="nl-NL" dirty="0"/>
              <a:t> or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look </a:t>
            </a:r>
            <a:r>
              <a:rPr lang="nl-NL" dirty="0" err="1"/>
              <a:t>beyond</a:t>
            </a:r>
            <a:r>
              <a:rPr lang="nl-NL" dirty="0"/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E1237D-A4BA-C65A-5D27-BA7C618B0386}"/>
              </a:ext>
            </a:extLst>
          </p:cNvPr>
          <p:cNvSpPr/>
          <p:nvPr/>
        </p:nvSpPr>
        <p:spPr>
          <a:xfrm>
            <a:off x="2104836" y="1517374"/>
            <a:ext cx="1259632" cy="436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CD6967-D07E-7DB7-32EA-077CEC6F7E81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1736674"/>
              </p:ext>
            </p:extLst>
          </p:nvPr>
        </p:nvGraphicFramePr>
        <p:xfrm>
          <a:off x="5589105" y="1160530"/>
          <a:ext cx="6099312" cy="523801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5736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262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P&amp;L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3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CSG: </a:t>
                      </a:r>
                      <a:r>
                        <a:rPr lang="en-US" sz="1100" b="1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ComparableSales</a:t>
                      </a: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Growth</a:t>
                      </a:r>
                      <a:endParaRPr lang="en-US" sz="11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your business growing or shrinking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which geographies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which segments</a:t>
                      </a:r>
                      <a:endParaRPr lang="en-US" sz="1100" b="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94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IGM: Integral Gross Margin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How profitable is your product, purely taking your price – the product cost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Only moving parts: your price and your cost price. Hard to change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Very important to investors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94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TPW </a:t>
                      </a:r>
                      <a:endParaRPr lang="en-US" sz="11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Transportation, Packaging and Warehousing</a:t>
                      </a:r>
                      <a:endParaRPr lang="en-US" sz="1100" b="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4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A&amp;P: Advertising and Promotion</a:t>
                      </a:r>
                      <a:endParaRPr lang="en-US" sz="11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3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OFSE Other Fixed Selling Expenses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Sales force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Service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71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R&amp;D: Research &amp; Development</a:t>
                      </a:r>
                      <a:endParaRPr lang="en-US" sz="1100" b="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3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G&amp;A: General and Administrative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Your salary as CEO</a:t>
                      </a:r>
                      <a:endParaRPr lang="en-US" sz="1100" b="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271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Adj EBITDA: </a:t>
                      </a:r>
                      <a:r>
                        <a:rPr lang="en-US" sz="1100" b="1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Ernings</a:t>
                      </a:r>
                      <a:r>
                        <a:rPr lang="en-US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before Interest, Taxes, Depreciation, Amortization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‘Clean’ profit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DFFC7C8-A79F-6F0C-6173-09DA39F4C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49" y="1196973"/>
            <a:ext cx="4134605" cy="477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42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4AE5D-E736-B88C-854B-BA9C60EFF11E}"/>
              </a:ext>
            </a:extLst>
          </p:cNvPr>
          <p:cNvSpPr txBox="1">
            <a:spLocks/>
          </p:cNvSpPr>
          <p:nvPr/>
        </p:nvSpPr>
        <p:spPr bwMode="auto">
          <a:xfrm>
            <a:off x="1104140" y="0"/>
            <a:ext cx="10345737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anchor="ctr" anchorCtr="0" compatLnSpc="1">
            <a:prstTxWarp prst="textNoShape">
              <a:avLst/>
            </a:prstTxWarp>
          </a:bodyPr>
          <a:lstStyle>
            <a:lvl1pPr algn="l" defTabSz="342891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bg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defRPr>
            </a:lvl1pPr>
            <a:lvl2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2pPr>
            <a:lvl3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3pPr>
            <a:lvl4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4pPr>
            <a:lvl5pPr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  <a:cs typeface="ScalaSans" pitchFamily="34" charset="0"/>
              </a:defRPr>
            </a:lvl5pPr>
            <a:lvl6pPr marL="342891"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6pPr>
            <a:lvl7pPr marL="685783"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7pPr>
            <a:lvl8pPr marL="1028674"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8pPr>
            <a:lvl9pPr marL="1371566" algn="l" defTabSz="342891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ScalaSans" pitchFamily="-109" charset="0"/>
                <a:ea typeface="ヒラギノ角ゴ Pro W3" pitchFamily="-109" charset="-128"/>
              </a:defRPr>
            </a:lvl9pPr>
          </a:lstStyle>
          <a:p>
            <a:r>
              <a:rPr lang="nl-NL" dirty="0"/>
              <a:t>It does </a:t>
            </a:r>
            <a:r>
              <a:rPr lang="nl-NL" dirty="0" err="1"/>
              <a:t>not</a:t>
            </a:r>
            <a:r>
              <a:rPr lang="nl-NL" dirty="0"/>
              <a:t> stop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P&amp;L… </a:t>
            </a:r>
            <a:r>
              <a:rPr lang="nl-NL" dirty="0" err="1"/>
              <a:t>others</a:t>
            </a:r>
            <a:r>
              <a:rPr lang="nl-NL" dirty="0"/>
              <a:t> </a:t>
            </a:r>
            <a:r>
              <a:rPr lang="nl-NL" dirty="0" err="1"/>
              <a:t>need</a:t>
            </a:r>
            <a:r>
              <a:rPr lang="nl-NL" dirty="0"/>
              <a:t> $ as well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E2161-078E-3D33-EEEE-107D0D9276C6}"/>
              </a:ext>
            </a:extLst>
          </p:cNvPr>
          <p:cNvSpPr txBox="1"/>
          <p:nvPr/>
        </p:nvSpPr>
        <p:spPr>
          <a:xfrm>
            <a:off x="1402079" y="3082833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price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6AB81-2854-A755-75DB-F2F5E53A0DC5}"/>
              </a:ext>
            </a:extLst>
          </p:cNvPr>
          <p:cNvSpPr txBox="1"/>
          <p:nvPr/>
        </p:nvSpPr>
        <p:spPr>
          <a:xfrm>
            <a:off x="1402079" y="3488608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cost</a:t>
            </a:r>
            <a:r>
              <a:rPr lang="nl-NL" dirty="0"/>
              <a:t> </a:t>
            </a:r>
            <a:r>
              <a:rPr lang="nl-NL" dirty="0" err="1"/>
              <a:t>price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645D7-75AA-4F80-47AD-C056AA9D3F0B}"/>
              </a:ext>
            </a:extLst>
          </p:cNvPr>
          <p:cNvSpPr txBox="1"/>
          <p:nvPr/>
        </p:nvSpPr>
        <p:spPr>
          <a:xfrm>
            <a:off x="1402079" y="3894383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gross</a:t>
            </a:r>
            <a:r>
              <a:rPr lang="nl-NL" dirty="0"/>
              <a:t> </a:t>
            </a:r>
            <a:r>
              <a:rPr lang="nl-NL" dirty="0" err="1"/>
              <a:t>margin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023FF-2882-FDC2-057A-D2357DA9E3FA}"/>
              </a:ext>
            </a:extLst>
          </p:cNvPr>
          <p:cNvSpPr txBox="1"/>
          <p:nvPr/>
        </p:nvSpPr>
        <p:spPr>
          <a:xfrm>
            <a:off x="1402079" y="4300158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costs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667E8-7FB5-8AD6-9849-6493D35C328A}"/>
              </a:ext>
            </a:extLst>
          </p:cNvPr>
          <p:cNvSpPr txBox="1"/>
          <p:nvPr/>
        </p:nvSpPr>
        <p:spPr>
          <a:xfrm>
            <a:off x="1402079" y="4705933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Your</a:t>
            </a:r>
            <a:r>
              <a:rPr lang="nl-NL" dirty="0"/>
              <a:t> EBITDA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47DEE1-2873-030E-79A9-32FDC44A37E4}"/>
              </a:ext>
            </a:extLst>
          </p:cNvPr>
          <p:cNvSpPr txBox="1"/>
          <p:nvPr/>
        </p:nvSpPr>
        <p:spPr>
          <a:xfrm>
            <a:off x="5642776" y="3082833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D43165-3885-D428-004B-1B6CB99E3229}"/>
              </a:ext>
            </a:extLst>
          </p:cNvPr>
          <p:cNvSpPr txBox="1"/>
          <p:nvPr/>
        </p:nvSpPr>
        <p:spPr>
          <a:xfrm>
            <a:off x="5709037" y="3488608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B1449A-B980-07B5-640D-79D20D88C37D}"/>
              </a:ext>
            </a:extLst>
          </p:cNvPr>
          <p:cNvSpPr txBox="1"/>
          <p:nvPr/>
        </p:nvSpPr>
        <p:spPr>
          <a:xfrm>
            <a:off x="5709037" y="3894383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70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F3646-BA61-9919-16B0-56F8B6CF31A6}"/>
              </a:ext>
            </a:extLst>
          </p:cNvPr>
          <p:cNvSpPr txBox="1"/>
          <p:nvPr/>
        </p:nvSpPr>
        <p:spPr>
          <a:xfrm>
            <a:off x="5709037" y="4300158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7B5021-2B32-0A86-F424-230846B6F4CC}"/>
              </a:ext>
            </a:extLst>
          </p:cNvPr>
          <p:cNvSpPr txBox="1"/>
          <p:nvPr/>
        </p:nvSpPr>
        <p:spPr>
          <a:xfrm>
            <a:off x="5709037" y="4705933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6E97C5-F3C4-104D-5D5C-9ED80A69413A}"/>
              </a:ext>
            </a:extLst>
          </p:cNvPr>
          <p:cNvSpPr txBox="1"/>
          <p:nvPr/>
        </p:nvSpPr>
        <p:spPr>
          <a:xfrm>
            <a:off x="4277804" y="3488608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083EC5-AEE6-2529-9D23-9F12CFE4C70F}"/>
              </a:ext>
            </a:extLst>
          </p:cNvPr>
          <p:cNvSpPr txBox="1"/>
          <p:nvPr/>
        </p:nvSpPr>
        <p:spPr>
          <a:xfrm>
            <a:off x="4277804" y="3894383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BAB58E-436C-9F1C-2261-80F0D778F668}"/>
              </a:ext>
            </a:extLst>
          </p:cNvPr>
          <p:cNvSpPr txBox="1"/>
          <p:nvPr/>
        </p:nvSpPr>
        <p:spPr>
          <a:xfrm>
            <a:off x="4277804" y="4300158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CA5E3F-FC47-5D73-D3F5-18C7B25D5EC6}"/>
              </a:ext>
            </a:extLst>
          </p:cNvPr>
          <p:cNvSpPr txBox="1"/>
          <p:nvPr/>
        </p:nvSpPr>
        <p:spPr>
          <a:xfrm>
            <a:off x="4277804" y="4705933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794919-C868-AE68-F4D8-0C93A920C18A}"/>
              </a:ext>
            </a:extLst>
          </p:cNvPr>
          <p:cNvSpPr txBox="1"/>
          <p:nvPr/>
        </p:nvSpPr>
        <p:spPr>
          <a:xfrm>
            <a:off x="1402079" y="2397213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…Retail </a:t>
            </a:r>
            <a:r>
              <a:rPr lang="nl-NL" dirty="0" err="1"/>
              <a:t>margin</a:t>
            </a:r>
            <a:r>
              <a:rPr lang="nl-NL" dirty="0"/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BE0AAE-9F68-B108-BE49-7EF349C731E9}"/>
              </a:ext>
            </a:extLst>
          </p:cNvPr>
          <p:cNvSpPr txBox="1"/>
          <p:nvPr/>
        </p:nvSpPr>
        <p:spPr>
          <a:xfrm>
            <a:off x="4277804" y="2415434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100%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A55C6-FEAE-1F17-B772-AA91308455DE}"/>
              </a:ext>
            </a:extLst>
          </p:cNvPr>
          <p:cNvSpPr txBox="1"/>
          <p:nvPr/>
        </p:nvSpPr>
        <p:spPr>
          <a:xfrm>
            <a:off x="5632953" y="2415434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200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8E48CA-CBC3-FA12-5507-1A59775F2CF8}"/>
              </a:ext>
            </a:extLst>
          </p:cNvPr>
          <p:cNvSpPr txBox="1"/>
          <p:nvPr/>
        </p:nvSpPr>
        <p:spPr>
          <a:xfrm>
            <a:off x="1402079" y="1594774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…VAT (BTW)…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57C759-C0BB-2CBF-CB89-A6DD54669B20}"/>
              </a:ext>
            </a:extLst>
          </p:cNvPr>
          <p:cNvSpPr txBox="1"/>
          <p:nvPr/>
        </p:nvSpPr>
        <p:spPr>
          <a:xfrm>
            <a:off x="4277804" y="1612995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21%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835715-94EB-C4E7-6779-7ECF7A36F81F}"/>
              </a:ext>
            </a:extLst>
          </p:cNvPr>
          <p:cNvSpPr txBox="1"/>
          <p:nvPr/>
        </p:nvSpPr>
        <p:spPr>
          <a:xfrm>
            <a:off x="5632953" y="1612995"/>
            <a:ext cx="248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221!!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53A257-26C5-41C0-22F5-C784FA0D5470}"/>
              </a:ext>
            </a:extLst>
          </p:cNvPr>
          <p:cNvSpPr/>
          <p:nvPr/>
        </p:nvSpPr>
        <p:spPr>
          <a:xfrm>
            <a:off x="7765774" y="1964106"/>
            <a:ext cx="3829878" cy="31111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Distribution is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expensive</a:t>
            </a:r>
            <a:r>
              <a:rPr lang="nl-NL" dirty="0"/>
              <a:t>. </a:t>
            </a:r>
            <a:r>
              <a:rPr lang="nl-NL" dirty="0" err="1"/>
              <a:t>This</a:t>
            </a:r>
            <a:r>
              <a:rPr lang="nl-NL" dirty="0"/>
              <a:t> has </a:t>
            </a:r>
            <a:r>
              <a:rPr lang="nl-NL" dirty="0" err="1"/>
              <a:t>to</a:t>
            </a:r>
            <a:r>
              <a:rPr lang="nl-NL" dirty="0"/>
              <a:t> feed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business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Final</a:t>
            </a:r>
            <a:r>
              <a:rPr lang="nl-NL" dirty="0"/>
              <a:t> customer </a:t>
            </a:r>
            <a:r>
              <a:rPr lang="nl-NL" dirty="0" err="1"/>
              <a:t>price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starting</a:t>
            </a:r>
            <a:r>
              <a:rPr lang="nl-NL" dirty="0"/>
              <a:t> point.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dictates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‘</a:t>
            </a:r>
            <a:r>
              <a:rPr lang="nl-NL" dirty="0" err="1"/>
              <a:t>should</a:t>
            </a:r>
            <a:r>
              <a:rPr lang="nl-NL" dirty="0"/>
              <a:t>’ </a:t>
            </a:r>
            <a:r>
              <a:rPr lang="nl-NL" dirty="0" err="1"/>
              <a:t>cost</a:t>
            </a:r>
            <a:r>
              <a:rPr lang="nl-NL" dirty="0"/>
              <a:t> </a:t>
            </a:r>
            <a:r>
              <a:rPr lang="nl-NL" dirty="0" err="1"/>
              <a:t>price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5532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-1;-1;-1;-1;-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-1;-1;-1;-1;-2"/>
</p:tagLst>
</file>

<file path=ppt/theme/theme1.xml><?xml version="1.0" encoding="utf-8"?>
<a:theme xmlns:a="http://schemas.openxmlformats.org/drawingml/2006/main" name="_TilburgUniversity 2015">
  <a:themeElements>
    <a:clrScheme name="Universiteit van Tilburg">
      <a:dk1>
        <a:sysClr val="windowText" lastClr="000000"/>
      </a:dk1>
      <a:lt1>
        <a:sysClr val="window" lastClr="FFFFFF"/>
      </a:lt1>
      <a:dk2>
        <a:srgbClr val="003366"/>
      </a:dk2>
      <a:lt2>
        <a:srgbClr val="EEECE1"/>
      </a:lt2>
      <a:accent1>
        <a:srgbClr val="CC9933"/>
      </a:accent1>
      <a:accent2>
        <a:srgbClr val="339900"/>
      </a:accent2>
      <a:accent3>
        <a:srgbClr val="C3BCB2"/>
      </a:accent3>
      <a:accent4>
        <a:srgbClr val="008EC6"/>
      </a:accent4>
      <a:accent5>
        <a:srgbClr val="D9BC74"/>
      </a:accent5>
      <a:accent6>
        <a:srgbClr val="66CC33"/>
      </a:accent6>
      <a:hlink>
        <a:srgbClr val="003366"/>
      </a:hlink>
      <a:folHlink>
        <a:srgbClr val="CC9933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torial _fin acc for iba 2024_T4_final" id="{1070D2F9-E2AF-41E3-8466-928125E695B0}" vid="{73828A1F-E96D-451A-B915-550FDDDF29D6}"/>
    </a:ext>
  </a:extLst>
</a:theme>
</file>

<file path=ppt/theme/theme2.xml><?xml version="1.0" encoding="utf-8"?>
<a:theme xmlns:a="http://schemas.openxmlformats.org/drawingml/2006/main" name="_TilburgUniversity Blue">
  <a:themeElements>
    <a:clrScheme name="Universiteit van Tilburg">
      <a:dk1>
        <a:sysClr val="windowText" lastClr="000000"/>
      </a:dk1>
      <a:lt1>
        <a:sysClr val="window" lastClr="FFFFFF"/>
      </a:lt1>
      <a:dk2>
        <a:srgbClr val="003366"/>
      </a:dk2>
      <a:lt2>
        <a:srgbClr val="EEECE1"/>
      </a:lt2>
      <a:accent1>
        <a:srgbClr val="CC9933"/>
      </a:accent1>
      <a:accent2>
        <a:srgbClr val="339900"/>
      </a:accent2>
      <a:accent3>
        <a:srgbClr val="C3BCB2"/>
      </a:accent3>
      <a:accent4>
        <a:srgbClr val="008EC6"/>
      </a:accent4>
      <a:accent5>
        <a:srgbClr val="D9BC74"/>
      </a:accent5>
      <a:accent6>
        <a:srgbClr val="66CC33"/>
      </a:accent6>
      <a:hlink>
        <a:srgbClr val="003366"/>
      </a:hlink>
      <a:folHlink>
        <a:srgbClr val="CC9933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torial _fin acc for iba 2024_T4_final" id="{1070D2F9-E2AF-41E3-8466-928125E695B0}" vid="{9425BA3A-5524-4B7C-8EE7-C50302D842CE}"/>
    </a:ext>
  </a:extLst>
</a:theme>
</file>

<file path=ppt/theme/theme3.xml><?xml version="1.0" encoding="utf-8"?>
<a:theme xmlns:a="http://schemas.openxmlformats.org/drawingml/2006/main" name="_TilburgUniversity Green">
  <a:themeElements>
    <a:clrScheme name="Universiteit van Tilburg">
      <a:dk1>
        <a:sysClr val="windowText" lastClr="000000"/>
      </a:dk1>
      <a:lt1>
        <a:sysClr val="window" lastClr="FFFFFF"/>
      </a:lt1>
      <a:dk2>
        <a:srgbClr val="003366"/>
      </a:dk2>
      <a:lt2>
        <a:srgbClr val="EEECE1"/>
      </a:lt2>
      <a:accent1>
        <a:srgbClr val="CC9933"/>
      </a:accent1>
      <a:accent2>
        <a:srgbClr val="339900"/>
      </a:accent2>
      <a:accent3>
        <a:srgbClr val="C3BCB2"/>
      </a:accent3>
      <a:accent4>
        <a:srgbClr val="008EC6"/>
      </a:accent4>
      <a:accent5>
        <a:srgbClr val="D9BC74"/>
      </a:accent5>
      <a:accent6>
        <a:srgbClr val="66CC33"/>
      </a:accent6>
      <a:hlink>
        <a:srgbClr val="003366"/>
      </a:hlink>
      <a:folHlink>
        <a:srgbClr val="CC9933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torial _fin acc for iba 2024_T4_final" id="{1070D2F9-E2AF-41E3-8466-928125E695B0}" vid="{FE6DCFC2-C0BE-4674-9B26-1036995E7624}"/>
    </a:ext>
  </a:extLst>
</a:theme>
</file>

<file path=ppt/theme/theme4.xml><?xml version="1.0" encoding="utf-8"?>
<a:theme xmlns:a="http://schemas.openxmlformats.org/drawingml/2006/main" name="_TilburgUniversity Light Brass">
  <a:themeElements>
    <a:clrScheme name="Universiteit van Tilburg">
      <a:dk1>
        <a:sysClr val="windowText" lastClr="000000"/>
      </a:dk1>
      <a:lt1>
        <a:sysClr val="window" lastClr="FFFFFF"/>
      </a:lt1>
      <a:dk2>
        <a:srgbClr val="003366"/>
      </a:dk2>
      <a:lt2>
        <a:srgbClr val="EEECE1"/>
      </a:lt2>
      <a:accent1>
        <a:srgbClr val="CC9933"/>
      </a:accent1>
      <a:accent2>
        <a:srgbClr val="339900"/>
      </a:accent2>
      <a:accent3>
        <a:srgbClr val="C3BCB2"/>
      </a:accent3>
      <a:accent4>
        <a:srgbClr val="008EC6"/>
      </a:accent4>
      <a:accent5>
        <a:srgbClr val="D9BC74"/>
      </a:accent5>
      <a:accent6>
        <a:srgbClr val="66CC33"/>
      </a:accent6>
      <a:hlink>
        <a:srgbClr val="003366"/>
      </a:hlink>
      <a:folHlink>
        <a:srgbClr val="CC9933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torial _fin acc for iba 2024_T4_final" id="{1070D2F9-E2AF-41E3-8466-928125E695B0}" vid="{9BDB7B6B-1307-46C6-8FAD-28E5140B0AA7}"/>
    </a:ext>
  </a:extLst>
</a:theme>
</file>

<file path=ppt/theme/theme5.xml><?xml version="1.0" encoding="utf-8"?>
<a:theme xmlns:a="http://schemas.openxmlformats.org/drawingml/2006/main" name="_TilburgUniversity Light Blue">
  <a:themeElements>
    <a:clrScheme name="Universiteit van Tilburg">
      <a:dk1>
        <a:sysClr val="windowText" lastClr="000000"/>
      </a:dk1>
      <a:lt1>
        <a:sysClr val="window" lastClr="FFFFFF"/>
      </a:lt1>
      <a:dk2>
        <a:srgbClr val="003366"/>
      </a:dk2>
      <a:lt2>
        <a:srgbClr val="EEECE1"/>
      </a:lt2>
      <a:accent1>
        <a:srgbClr val="CC9933"/>
      </a:accent1>
      <a:accent2>
        <a:srgbClr val="339900"/>
      </a:accent2>
      <a:accent3>
        <a:srgbClr val="C3BCB2"/>
      </a:accent3>
      <a:accent4>
        <a:srgbClr val="008EC6"/>
      </a:accent4>
      <a:accent5>
        <a:srgbClr val="D9BC74"/>
      </a:accent5>
      <a:accent6>
        <a:srgbClr val="66CC33"/>
      </a:accent6>
      <a:hlink>
        <a:srgbClr val="003366"/>
      </a:hlink>
      <a:folHlink>
        <a:srgbClr val="CC9933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torial _fin acc for iba 2024_T4_final" id="{1070D2F9-E2AF-41E3-8466-928125E695B0}" vid="{1AD42DE1-2740-4B53-833F-10A5748A834B}"/>
    </a:ext>
  </a:extLst>
</a:theme>
</file>

<file path=ppt/theme/theme6.xml><?xml version="1.0" encoding="utf-8"?>
<a:theme xmlns:a="http://schemas.openxmlformats.org/drawingml/2006/main" name="_TilburgUniversity Light Green">
  <a:themeElements>
    <a:clrScheme name="Universiteit van Tilburg">
      <a:dk1>
        <a:sysClr val="windowText" lastClr="000000"/>
      </a:dk1>
      <a:lt1>
        <a:sysClr val="window" lastClr="FFFFFF"/>
      </a:lt1>
      <a:dk2>
        <a:srgbClr val="003366"/>
      </a:dk2>
      <a:lt2>
        <a:srgbClr val="EEECE1"/>
      </a:lt2>
      <a:accent1>
        <a:srgbClr val="CC9933"/>
      </a:accent1>
      <a:accent2>
        <a:srgbClr val="339900"/>
      </a:accent2>
      <a:accent3>
        <a:srgbClr val="C3BCB2"/>
      </a:accent3>
      <a:accent4>
        <a:srgbClr val="008EC6"/>
      </a:accent4>
      <a:accent5>
        <a:srgbClr val="D9BC74"/>
      </a:accent5>
      <a:accent6>
        <a:srgbClr val="66CC33"/>
      </a:accent6>
      <a:hlink>
        <a:srgbClr val="003366"/>
      </a:hlink>
      <a:folHlink>
        <a:srgbClr val="CC9933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torial _fin acc for iba 2024_T4_final" id="{1070D2F9-E2AF-41E3-8466-928125E695B0}" vid="{2427B8E9-326D-4207-9DA4-D763AB35B521}"/>
    </a:ext>
  </a:extLst>
</a:theme>
</file>

<file path=ppt/theme/theme7.xml><?xml version="1.0" encoding="utf-8"?>
<a:theme xmlns:a="http://schemas.openxmlformats.org/drawingml/2006/main" name="_TilburgUniversity Grey">
  <a:themeElements>
    <a:clrScheme name="Universiteit van Tilburg">
      <a:dk1>
        <a:sysClr val="windowText" lastClr="000000"/>
      </a:dk1>
      <a:lt1>
        <a:sysClr val="window" lastClr="FFFFFF"/>
      </a:lt1>
      <a:dk2>
        <a:srgbClr val="003366"/>
      </a:dk2>
      <a:lt2>
        <a:srgbClr val="EEECE1"/>
      </a:lt2>
      <a:accent1>
        <a:srgbClr val="CC9933"/>
      </a:accent1>
      <a:accent2>
        <a:srgbClr val="339900"/>
      </a:accent2>
      <a:accent3>
        <a:srgbClr val="C3BCB2"/>
      </a:accent3>
      <a:accent4>
        <a:srgbClr val="008EC6"/>
      </a:accent4>
      <a:accent5>
        <a:srgbClr val="D9BC74"/>
      </a:accent5>
      <a:accent6>
        <a:srgbClr val="66CC33"/>
      </a:accent6>
      <a:hlink>
        <a:srgbClr val="003366"/>
      </a:hlink>
      <a:folHlink>
        <a:srgbClr val="CC9933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torial _fin acc for iba 2024_T4_final" id="{1070D2F9-E2AF-41E3-8466-928125E695B0}" vid="{E4CAEEF3-412C-4EF8-A68E-4C796690F2C9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38166271F21E41A2778225D389D5DD" ma:contentTypeVersion="4" ma:contentTypeDescription="Create a new document." ma:contentTypeScope="" ma:versionID="e28c20b6ad680a2fda32bd50039202b0">
  <xsd:schema xmlns:xsd="http://www.w3.org/2001/XMLSchema" xmlns:xs="http://www.w3.org/2001/XMLSchema" xmlns:p="http://schemas.microsoft.com/office/2006/metadata/properties" xmlns:ns2="a44129e3-5a43-4b7b-802d-dbf6567390ff" targetNamespace="http://schemas.microsoft.com/office/2006/metadata/properties" ma:root="true" ma:fieldsID="f87f10c3c16ea8f94aaa19b850b5888e" ns2:_="">
    <xsd:import namespace="a44129e3-5a43-4b7b-802d-dbf6567390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4129e3-5a43-4b7b-802d-dbf6567390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9BCFD5-D7C6-42DC-9051-6C0E29FC52A2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ecc6862c-984a-470e-a68e-3f92afa6a593"/>
    <ds:schemaRef ds:uri="http://schemas.microsoft.com/office/infopath/2007/PartnerControls"/>
    <ds:schemaRef ds:uri="http://purl.org/dc/terms/"/>
    <ds:schemaRef ds:uri="ab562efc-edd9-48cc-883e-b6e679dc6a36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6C14A73-AB25-46B8-B7B7-75FEE32E4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4129e3-5a43-4b7b-802d-dbf6567390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DA4784-AD36-46A0-836D-63270C68FB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blauw tilburg</Template>
  <TotalTime>2682</TotalTime>
  <Words>829</Words>
  <Application>Microsoft Office PowerPoint</Application>
  <PresentationFormat>Widescreen</PresentationFormat>
  <Paragraphs>141</Paragraphs>
  <Slides>13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Scala Sans Offc</vt:lpstr>
      <vt:lpstr>ScalaSans</vt:lpstr>
      <vt:lpstr>_TilburgUniversity 2015</vt:lpstr>
      <vt:lpstr>_TilburgUniversity Blue</vt:lpstr>
      <vt:lpstr>_TilburgUniversity Green</vt:lpstr>
      <vt:lpstr>_TilburgUniversity Light Brass</vt:lpstr>
      <vt:lpstr>_TilburgUniversity Light Blue</vt:lpstr>
      <vt:lpstr>_TilburgUniversity Light Green</vt:lpstr>
      <vt:lpstr>_TilburgUniversity Grey</vt:lpstr>
      <vt:lpstr>PowerPoint Presentation</vt:lpstr>
      <vt:lpstr>Personal introduction</vt:lpstr>
      <vt:lpstr>PowerPoint Presentation</vt:lpstr>
      <vt:lpstr>A more personal introduction</vt:lpstr>
      <vt:lpstr>Roll up your sleeves and create a better future</vt:lpstr>
      <vt:lpstr>Building an Impact Venture starts with fundraising</vt:lpstr>
      <vt:lpstr>Dilutive financing: different sources for different stages</vt:lpstr>
      <vt:lpstr>Milestone: an agreement to hit a value inflection point</vt:lpstr>
      <vt:lpstr>Financiers use standard names for milestones: series X</vt:lpstr>
      <vt:lpstr>Cap table: who owns what percentage of the company</vt:lpstr>
      <vt:lpstr>P&amp;L: Do you see numbers or can you look beyond?</vt:lpstr>
      <vt:lpstr>P&amp;L: Do you see numbers or can you look beyond?</vt:lpstr>
      <vt:lpstr>PowerPoint Presentation</vt:lpstr>
    </vt:vector>
  </TitlesOfParts>
  <Manager/>
  <Company>Tilburg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Sofie Vandenbogaerde</dc:creator>
  <cp:keywords/>
  <dc:description/>
  <cp:lastModifiedBy>Pieter Wijffels</cp:lastModifiedBy>
  <cp:revision>27</cp:revision>
  <dcterms:created xsi:type="dcterms:W3CDTF">2024-09-24T11:10:28Z</dcterms:created>
  <dcterms:modified xsi:type="dcterms:W3CDTF">2025-11-19T14:17:05Z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0x0101005A38166271F21E41A2778225D389D5DD</vt:lpwstr>
  </property>
  <property fmtid="{D5CDD505-2E9C-101B-9397-08002B2CF9AE}" pid="3" name="MSIP_Label_b29f4804-9ab0-4527-a877-f7a87100f5fc_Enabled">
    <vt:lpwstr>true</vt:lpwstr>
  </property>
  <property fmtid="{D5CDD505-2E9C-101B-9397-08002B2CF9AE}" pid="4" name="MSIP_Label_b29f4804-9ab0-4527-a877-f7a87100f5fc_SetDate">
    <vt:lpwstr>2023-08-21T12:52:22Z</vt:lpwstr>
  </property>
  <property fmtid="{D5CDD505-2E9C-101B-9397-08002B2CF9AE}" pid="5" name="MSIP_Label_b29f4804-9ab0-4527-a877-f7a87100f5fc_Method">
    <vt:lpwstr>Standard</vt:lpwstr>
  </property>
  <property fmtid="{D5CDD505-2E9C-101B-9397-08002B2CF9AE}" pid="6" name="MSIP_Label_b29f4804-9ab0-4527-a877-f7a87100f5fc_Name">
    <vt:lpwstr>General</vt:lpwstr>
  </property>
  <property fmtid="{D5CDD505-2E9C-101B-9397-08002B2CF9AE}" pid="7" name="MSIP_Label_b29f4804-9ab0-4527-a877-f7a87100f5fc_SiteId">
    <vt:lpwstr>7a5561df-6599-4898-8a20-cce41db3b44f</vt:lpwstr>
  </property>
  <property fmtid="{D5CDD505-2E9C-101B-9397-08002B2CF9AE}" pid="8" name="MSIP_Label_b29f4804-9ab0-4527-a877-f7a87100f5fc_ActionId">
    <vt:lpwstr>ea5d2578-1dde-45a9-8797-66c3f1793419</vt:lpwstr>
  </property>
  <property fmtid="{D5CDD505-2E9C-101B-9397-08002B2CF9AE}" pid="9" name="MSIP_Label_b29f4804-9ab0-4527-a877-f7a87100f5fc_ContentBits">
    <vt:lpwstr>0</vt:lpwstr>
  </property>
  <property fmtid="{D5CDD505-2E9C-101B-9397-08002B2CF9AE}" pid="10" name="MediaServiceImageTags">
    <vt:lpwstr/>
  </property>
</Properties>
</file>